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67" r:id="rId2"/>
    <p:sldId id="257" r:id="rId3"/>
    <p:sldId id="265" r:id="rId4"/>
    <p:sldId id="260" r:id="rId5"/>
    <p:sldId id="258" r:id="rId6"/>
    <p:sldId id="263" r:id="rId7"/>
    <p:sldId id="264" r:id="rId8"/>
    <p:sldId id="266" r:id="rId9"/>
    <p:sldId id="270" r:id="rId10"/>
    <p:sldId id="268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98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5ff1fb663e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5ff1fb663e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d4d6d72697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d4d6d72697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will be used as an “example”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Exemplify the impact this cyberattack could cause by highlighting a specific scenario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Damage in devices caused by power surges, voltage, drops, frequency variations, etc.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Interruptions in these services affect the wider public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d4d6d7269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d4d6d7269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Breach of Contract: Fines, Lawsuits, failure to meet regulatory req.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0f18ad96b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0f18ad96b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d4d6d7269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d4d6d7269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Audits: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internal audits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Disaster Recovery Plan: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optimizes recovery back to normal operations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Dedicated Cybersecurity Staff: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deals with auditing and leads disaster recovery plan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d4d6d72697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d4d6d72697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CALL IT WAZOO DURING RECORDING!!!!!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773181" y="946623"/>
            <a:ext cx="3197200" cy="39988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206633" y="1738167"/>
            <a:ext cx="5862400" cy="22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ichroma"/>
              <a:buNone/>
              <a:defRPr sz="6933">
                <a:solidFill>
                  <a:srgbClr val="191919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354067" y="4244833"/>
            <a:ext cx="5316800" cy="522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3"/>
          </p:nvPr>
        </p:nvSpPr>
        <p:spPr>
          <a:xfrm>
            <a:off x="2585900" y="3682200"/>
            <a:ext cx="2116800" cy="224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3" name="Google Shape;13;p2"/>
          <p:cNvGrpSpPr/>
          <p:nvPr/>
        </p:nvGrpSpPr>
        <p:grpSpPr>
          <a:xfrm>
            <a:off x="11450447" y="141710"/>
            <a:ext cx="514715" cy="1282385"/>
            <a:chOff x="8587835" y="106283"/>
            <a:chExt cx="386036" cy="961789"/>
          </a:xfrm>
        </p:grpSpPr>
        <p:sp>
          <p:nvSpPr>
            <p:cNvPr id="14" name="Google Shape;14;p2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920471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920471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920471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920471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920471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920471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920471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" name="Google Shape;35;p2"/>
          <p:cNvSpPr/>
          <p:nvPr/>
        </p:nvSpPr>
        <p:spPr>
          <a:xfrm>
            <a:off x="11450433" y="5931400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5044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>
            <a:spLocks noGrp="1"/>
          </p:cNvSpPr>
          <p:nvPr>
            <p:ph type="pic" idx="2"/>
          </p:nvPr>
        </p:nvSpPr>
        <p:spPr>
          <a:xfrm>
            <a:off x="2237123" y="2166433"/>
            <a:ext cx="2651200" cy="39724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5491035" y="3207000"/>
            <a:ext cx="57500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Michroma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3" hasCustomPrompt="1"/>
          </p:nvPr>
        </p:nvSpPr>
        <p:spPr>
          <a:xfrm>
            <a:off x="5491025" y="1818167"/>
            <a:ext cx="1932000" cy="1122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5491035" y="4515433"/>
            <a:ext cx="5750000" cy="524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41" name="Google Shape;41;p3"/>
          <p:cNvSpPr>
            <a:spLocks noGrp="1"/>
          </p:cNvSpPr>
          <p:nvPr>
            <p:ph type="pic" idx="4"/>
          </p:nvPr>
        </p:nvSpPr>
        <p:spPr>
          <a:xfrm>
            <a:off x="950967" y="719333"/>
            <a:ext cx="2116800" cy="224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3"/>
          <p:cNvSpPr/>
          <p:nvPr/>
        </p:nvSpPr>
        <p:spPr>
          <a:xfrm>
            <a:off x="10599833" y="-685733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3" name="Google Shape;43;p3"/>
          <p:cNvGrpSpPr/>
          <p:nvPr/>
        </p:nvGrpSpPr>
        <p:grpSpPr>
          <a:xfrm rot="5400000">
            <a:off x="10938991" y="5497484"/>
            <a:ext cx="292960" cy="1282385"/>
            <a:chOff x="8587835" y="106283"/>
            <a:chExt cx="219720" cy="961789"/>
          </a:xfrm>
        </p:grpSpPr>
        <p:sp>
          <p:nvSpPr>
            <p:cNvPr id="44" name="Google Shape;44;p3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0765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960000" y="1456433"/>
            <a:ext cx="10272000" cy="47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61" name="Google Shape;61;p4"/>
          <p:cNvGrpSpPr/>
          <p:nvPr/>
        </p:nvGrpSpPr>
        <p:grpSpPr>
          <a:xfrm>
            <a:off x="10651677" y="4893577"/>
            <a:ext cx="1178737" cy="1282471"/>
            <a:chOff x="1126357" y="3794258"/>
            <a:chExt cx="884053" cy="961853"/>
          </a:xfrm>
        </p:grpSpPr>
        <p:sp>
          <p:nvSpPr>
            <p:cNvPr id="62" name="Google Shape;62;p4"/>
            <p:cNvSpPr/>
            <p:nvPr/>
          </p:nvSpPr>
          <p:spPr>
            <a:xfrm>
              <a:off x="1126357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1126357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1126357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126357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1126357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1126357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1126357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1292673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1292673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1292673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1292673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1292673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1292673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1292673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1458993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1458993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1458993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1458993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1458993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1458993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1458993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1625309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1625309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1625309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1625309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1625309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1625309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625309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790694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790694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1790694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790694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1790694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1790694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1790694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1957010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957010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1957010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1957010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1957010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957010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1957010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4" name="Google Shape;104;p4"/>
          <p:cNvSpPr/>
          <p:nvPr/>
        </p:nvSpPr>
        <p:spPr>
          <a:xfrm>
            <a:off x="516700" y="6315167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9492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07" name="Google Shape;107;p5"/>
          <p:cNvSpPr txBox="1">
            <a:spLocks noGrp="1"/>
          </p:cNvSpPr>
          <p:nvPr>
            <p:ph type="subTitle" idx="1"/>
          </p:nvPr>
        </p:nvSpPr>
        <p:spPr>
          <a:xfrm>
            <a:off x="6740379" y="48116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subTitle" idx="2"/>
          </p:nvPr>
        </p:nvSpPr>
        <p:spPr>
          <a:xfrm>
            <a:off x="2111067" y="48116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3"/>
          </p:nvPr>
        </p:nvSpPr>
        <p:spPr>
          <a:xfrm>
            <a:off x="6740367" y="4400967"/>
            <a:ext cx="33408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4"/>
          </p:nvPr>
        </p:nvSpPr>
        <p:spPr>
          <a:xfrm>
            <a:off x="2110767" y="4400967"/>
            <a:ext cx="33408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grpSp>
        <p:nvGrpSpPr>
          <p:cNvPr id="111" name="Google Shape;111;p5"/>
          <p:cNvGrpSpPr/>
          <p:nvPr/>
        </p:nvGrpSpPr>
        <p:grpSpPr>
          <a:xfrm>
            <a:off x="804481" y="3118566"/>
            <a:ext cx="292960" cy="1282385"/>
            <a:chOff x="8587835" y="106283"/>
            <a:chExt cx="219720" cy="961789"/>
          </a:xfrm>
        </p:grpSpPr>
        <p:sp>
          <p:nvSpPr>
            <p:cNvPr id="112" name="Google Shape;112;p5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6" name="Google Shape;126;p5"/>
          <p:cNvSpPr/>
          <p:nvPr/>
        </p:nvSpPr>
        <p:spPr>
          <a:xfrm>
            <a:off x="11037567" y="4173167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2176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 rot="5400000">
            <a:off x="11094557" y="-290101"/>
            <a:ext cx="292960" cy="1282385"/>
            <a:chOff x="8587835" y="106283"/>
            <a:chExt cx="219720" cy="961789"/>
          </a:xfrm>
        </p:grpSpPr>
        <p:sp>
          <p:nvSpPr>
            <p:cNvPr id="130" name="Google Shape;130;p6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4" name="Google Shape;144;p6"/>
          <p:cNvSpPr/>
          <p:nvPr/>
        </p:nvSpPr>
        <p:spPr>
          <a:xfrm>
            <a:off x="-944767" y="5707967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9139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960000" y="1417109"/>
            <a:ext cx="6152400" cy="1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subTitle" idx="1"/>
          </p:nvPr>
        </p:nvSpPr>
        <p:spPr>
          <a:xfrm>
            <a:off x="960000" y="2879691"/>
            <a:ext cx="6152400" cy="25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7"/>
          <p:cNvSpPr>
            <a:spLocks noGrp="1"/>
          </p:cNvSpPr>
          <p:nvPr>
            <p:ph type="pic" idx="2"/>
          </p:nvPr>
        </p:nvSpPr>
        <p:spPr>
          <a:xfrm>
            <a:off x="7975067" y="719336"/>
            <a:ext cx="3266000" cy="48932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7"/>
          <p:cNvSpPr/>
          <p:nvPr/>
        </p:nvSpPr>
        <p:spPr>
          <a:xfrm>
            <a:off x="-1178967" y="629300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0" name="Google Shape;150;p7"/>
          <p:cNvGrpSpPr/>
          <p:nvPr/>
        </p:nvGrpSpPr>
        <p:grpSpPr>
          <a:xfrm rot="5400000">
            <a:off x="1133780" y="5533123"/>
            <a:ext cx="71200" cy="1282291"/>
            <a:chOff x="421310" y="2045092"/>
            <a:chExt cx="53400" cy="961718"/>
          </a:xfrm>
        </p:grpSpPr>
        <p:sp>
          <p:nvSpPr>
            <p:cNvPr id="151" name="Google Shape;151;p7"/>
            <p:cNvSpPr/>
            <p:nvPr/>
          </p:nvSpPr>
          <p:spPr>
            <a:xfrm>
              <a:off x="421310" y="20450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21310" y="21964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421310" y="23478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21310" y="24992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21310" y="26506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421310" y="28020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421310" y="29534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69155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4300633" y="2333800"/>
            <a:ext cx="6940400" cy="21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60" name="Google Shape;160;p8"/>
          <p:cNvSpPr>
            <a:spLocks noGrp="1"/>
          </p:cNvSpPr>
          <p:nvPr>
            <p:ph type="pic" idx="2"/>
          </p:nvPr>
        </p:nvSpPr>
        <p:spPr>
          <a:xfrm>
            <a:off x="950969" y="2695431"/>
            <a:ext cx="2585200" cy="32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8"/>
          <p:cNvSpPr>
            <a:spLocks noGrp="1"/>
          </p:cNvSpPr>
          <p:nvPr>
            <p:ph type="pic" idx="3"/>
          </p:nvPr>
        </p:nvSpPr>
        <p:spPr>
          <a:xfrm>
            <a:off x="2395933" y="1078971"/>
            <a:ext cx="1778400" cy="1889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62" name="Google Shape;162;p8"/>
          <p:cNvGrpSpPr/>
          <p:nvPr/>
        </p:nvGrpSpPr>
        <p:grpSpPr>
          <a:xfrm>
            <a:off x="562480" y="466644"/>
            <a:ext cx="514715" cy="1282385"/>
            <a:chOff x="8587835" y="106283"/>
            <a:chExt cx="386036" cy="961789"/>
          </a:xfrm>
        </p:grpSpPr>
        <p:sp>
          <p:nvSpPr>
            <p:cNvPr id="163" name="Google Shape;163;p8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8920471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8920471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8920471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8920471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8920471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8920471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8920471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4" name="Google Shape;184;p8"/>
          <p:cNvSpPr/>
          <p:nvPr/>
        </p:nvSpPr>
        <p:spPr>
          <a:xfrm>
            <a:off x="10743433" y="-445833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2052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0651677" y="4380277"/>
            <a:ext cx="1178737" cy="1282471"/>
            <a:chOff x="1126357" y="3794258"/>
            <a:chExt cx="884053" cy="961853"/>
          </a:xfrm>
        </p:grpSpPr>
        <p:sp>
          <p:nvSpPr>
            <p:cNvPr id="187" name="Google Shape;187;p9"/>
            <p:cNvSpPr/>
            <p:nvPr/>
          </p:nvSpPr>
          <p:spPr>
            <a:xfrm>
              <a:off x="1126357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126357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1126357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1126357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1126357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1126357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1126357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1292673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1292673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1292673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1292673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1292673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1292673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1292673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1458993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1458993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1458993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1458993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1458993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1458993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1458993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1625309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1625309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1625309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1625309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1625309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1625309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1625309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1790694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1790694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1790694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1790694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1790694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1790694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1790694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1957010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1957010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1957010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1957010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957010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1957010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1957010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9" name="Google Shape;229;p9"/>
          <p:cNvSpPr/>
          <p:nvPr/>
        </p:nvSpPr>
        <p:spPr>
          <a:xfrm>
            <a:off x="-411667" y="5761733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9"/>
          <p:cNvSpPr>
            <a:spLocks noGrp="1"/>
          </p:cNvSpPr>
          <p:nvPr>
            <p:ph type="pic" idx="2"/>
          </p:nvPr>
        </p:nvSpPr>
        <p:spPr>
          <a:xfrm>
            <a:off x="7613267" y="1336251"/>
            <a:ext cx="2793600" cy="41856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9"/>
          <p:cNvSpPr txBox="1">
            <a:spLocks noGrp="1"/>
          </p:cNvSpPr>
          <p:nvPr>
            <p:ph type="title"/>
          </p:nvPr>
        </p:nvSpPr>
        <p:spPr>
          <a:xfrm>
            <a:off x="950967" y="2304867"/>
            <a:ext cx="6175600" cy="1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32" name="Google Shape;232;p9"/>
          <p:cNvSpPr txBox="1">
            <a:spLocks noGrp="1"/>
          </p:cNvSpPr>
          <p:nvPr>
            <p:ph type="subTitle" idx="1"/>
          </p:nvPr>
        </p:nvSpPr>
        <p:spPr>
          <a:xfrm>
            <a:off x="950967" y="3904533"/>
            <a:ext cx="6175600" cy="89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9"/>
          <p:cNvGrpSpPr/>
          <p:nvPr/>
        </p:nvGrpSpPr>
        <p:grpSpPr>
          <a:xfrm rot="5400000">
            <a:off x="1334813" y="335511"/>
            <a:ext cx="514715" cy="1282385"/>
            <a:chOff x="8587835" y="106283"/>
            <a:chExt cx="386036" cy="961789"/>
          </a:xfrm>
        </p:grpSpPr>
        <p:sp>
          <p:nvSpPr>
            <p:cNvPr id="234" name="Google Shape;234;p9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9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9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8920471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8920471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8920471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8920471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8920471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8920471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8920471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1335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10"/>
          <p:cNvSpPr txBox="1">
            <a:spLocks noGrp="1"/>
          </p:cNvSpPr>
          <p:nvPr>
            <p:ph type="title"/>
          </p:nvPr>
        </p:nvSpPr>
        <p:spPr>
          <a:xfrm>
            <a:off x="1655200" y="4744600"/>
            <a:ext cx="8881600" cy="137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33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1"/>
          <p:cNvGrpSpPr/>
          <p:nvPr/>
        </p:nvGrpSpPr>
        <p:grpSpPr>
          <a:xfrm>
            <a:off x="361609" y="461979"/>
            <a:ext cx="11331555" cy="5978501"/>
            <a:chOff x="271207" y="346484"/>
            <a:chExt cx="8498666" cy="4483876"/>
          </a:xfrm>
        </p:grpSpPr>
        <p:grpSp>
          <p:nvGrpSpPr>
            <p:cNvPr id="260" name="Google Shape;260;p11"/>
            <p:cNvGrpSpPr/>
            <p:nvPr/>
          </p:nvGrpSpPr>
          <p:grpSpPr>
            <a:xfrm>
              <a:off x="271207" y="3868508"/>
              <a:ext cx="884053" cy="961853"/>
              <a:chOff x="1126357" y="3794258"/>
              <a:chExt cx="884053" cy="961853"/>
            </a:xfrm>
          </p:grpSpPr>
          <p:sp>
            <p:nvSpPr>
              <p:cNvPr id="261" name="Google Shape;261;p11"/>
              <p:cNvSpPr/>
              <p:nvPr/>
            </p:nvSpPr>
            <p:spPr>
              <a:xfrm>
                <a:off x="1126357" y="379425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>
                <a:off x="1126357" y="394564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11"/>
              <p:cNvSpPr/>
              <p:nvPr/>
            </p:nvSpPr>
            <p:spPr>
              <a:xfrm>
                <a:off x="1126357" y="409703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11"/>
              <p:cNvSpPr/>
              <p:nvPr/>
            </p:nvSpPr>
            <p:spPr>
              <a:xfrm>
                <a:off x="1126357" y="424841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>
                <a:off x="1126357" y="439980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>
                <a:off x="1126357" y="455118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>
                <a:off x="1126357" y="470257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>
                <a:off x="1292673" y="379425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>
                <a:off x="1292673" y="394564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11"/>
              <p:cNvSpPr/>
              <p:nvPr/>
            </p:nvSpPr>
            <p:spPr>
              <a:xfrm>
                <a:off x="1292673" y="409703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11"/>
              <p:cNvSpPr/>
              <p:nvPr/>
            </p:nvSpPr>
            <p:spPr>
              <a:xfrm>
                <a:off x="1292673" y="424841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11"/>
              <p:cNvSpPr/>
              <p:nvPr/>
            </p:nvSpPr>
            <p:spPr>
              <a:xfrm>
                <a:off x="1292673" y="439980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11"/>
              <p:cNvSpPr/>
              <p:nvPr/>
            </p:nvSpPr>
            <p:spPr>
              <a:xfrm>
                <a:off x="1292673" y="455118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11"/>
              <p:cNvSpPr/>
              <p:nvPr/>
            </p:nvSpPr>
            <p:spPr>
              <a:xfrm>
                <a:off x="1292673" y="470257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11"/>
              <p:cNvSpPr/>
              <p:nvPr/>
            </p:nvSpPr>
            <p:spPr>
              <a:xfrm>
                <a:off x="1458993" y="37943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11"/>
              <p:cNvSpPr/>
              <p:nvPr/>
            </p:nvSpPr>
            <p:spPr>
              <a:xfrm>
                <a:off x="1458993" y="394571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11"/>
              <p:cNvSpPr/>
              <p:nvPr/>
            </p:nvSpPr>
            <p:spPr>
              <a:xfrm>
                <a:off x="1458993" y="40971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11"/>
              <p:cNvSpPr/>
              <p:nvPr/>
            </p:nvSpPr>
            <p:spPr>
              <a:xfrm>
                <a:off x="1458993" y="424848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11"/>
              <p:cNvSpPr/>
              <p:nvPr/>
            </p:nvSpPr>
            <p:spPr>
              <a:xfrm>
                <a:off x="1458993" y="439987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11"/>
              <p:cNvSpPr/>
              <p:nvPr/>
            </p:nvSpPr>
            <p:spPr>
              <a:xfrm>
                <a:off x="1458993" y="455126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11"/>
              <p:cNvSpPr/>
              <p:nvPr/>
            </p:nvSpPr>
            <p:spPr>
              <a:xfrm>
                <a:off x="1458993" y="470264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11"/>
              <p:cNvSpPr/>
              <p:nvPr/>
            </p:nvSpPr>
            <p:spPr>
              <a:xfrm>
                <a:off x="1625309" y="37943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11"/>
              <p:cNvSpPr/>
              <p:nvPr/>
            </p:nvSpPr>
            <p:spPr>
              <a:xfrm>
                <a:off x="1625309" y="394571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>
                <a:off x="1625309" y="40971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11"/>
              <p:cNvSpPr/>
              <p:nvPr/>
            </p:nvSpPr>
            <p:spPr>
              <a:xfrm>
                <a:off x="1625309" y="424848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11"/>
              <p:cNvSpPr/>
              <p:nvPr/>
            </p:nvSpPr>
            <p:spPr>
              <a:xfrm>
                <a:off x="1625309" y="439987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11"/>
              <p:cNvSpPr/>
              <p:nvPr/>
            </p:nvSpPr>
            <p:spPr>
              <a:xfrm>
                <a:off x="1625309" y="455126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11"/>
              <p:cNvSpPr/>
              <p:nvPr/>
            </p:nvSpPr>
            <p:spPr>
              <a:xfrm>
                <a:off x="1625309" y="470264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11"/>
              <p:cNvSpPr/>
              <p:nvPr/>
            </p:nvSpPr>
            <p:spPr>
              <a:xfrm>
                <a:off x="1790694" y="37943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11"/>
              <p:cNvSpPr/>
              <p:nvPr/>
            </p:nvSpPr>
            <p:spPr>
              <a:xfrm>
                <a:off x="1790694" y="39457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11"/>
              <p:cNvSpPr/>
              <p:nvPr/>
            </p:nvSpPr>
            <p:spPr>
              <a:xfrm>
                <a:off x="1790694" y="4097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11"/>
              <p:cNvSpPr/>
              <p:nvPr/>
            </p:nvSpPr>
            <p:spPr>
              <a:xfrm>
                <a:off x="1790694" y="42485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11"/>
              <p:cNvSpPr/>
              <p:nvPr/>
            </p:nvSpPr>
            <p:spPr>
              <a:xfrm>
                <a:off x="1790694" y="43999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11"/>
              <p:cNvSpPr/>
              <p:nvPr/>
            </p:nvSpPr>
            <p:spPr>
              <a:xfrm>
                <a:off x="1790694" y="45513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11"/>
              <p:cNvSpPr/>
              <p:nvPr/>
            </p:nvSpPr>
            <p:spPr>
              <a:xfrm>
                <a:off x="1790694" y="47027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>
                <a:off x="1957010" y="37943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>
                <a:off x="1957010" y="39457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>
                <a:off x="1957010" y="4097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11"/>
              <p:cNvSpPr/>
              <p:nvPr/>
            </p:nvSpPr>
            <p:spPr>
              <a:xfrm>
                <a:off x="1957010" y="42485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1957010" y="43999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>
                <a:off x="1957010" y="45513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>
                <a:off x="1957010" y="47027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03" name="Google Shape;303;p11"/>
            <p:cNvGrpSpPr/>
            <p:nvPr/>
          </p:nvGrpSpPr>
          <p:grpSpPr>
            <a:xfrm rot="5400000">
              <a:off x="8095960" y="58608"/>
              <a:ext cx="386036" cy="961789"/>
              <a:chOff x="8587835" y="106283"/>
              <a:chExt cx="386036" cy="961789"/>
            </a:xfrm>
          </p:grpSpPr>
          <p:sp>
            <p:nvSpPr>
              <p:cNvPr id="304" name="Google Shape;304;p11"/>
              <p:cNvSpPr/>
              <p:nvPr/>
            </p:nvSpPr>
            <p:spPr>
              <a:xfrm>
                <a:off x="8587835" y="10628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11"/>
              <p:cNvSpPr/>
              <p:nvPr/>
            </p:nvSpPr>
            <p:spPr>
              <a:xfrm>
                <a:off x="8587835" y="25766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6" name="Google Shape;306;p11"/>
              <p:cNvSpPr/>
              <p:nvPr/>
            </p:nvSpPr>
            <p:spPr>
              <a:xfrm>
                <a:off x="8587835" y="40905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>
                <a:off x="8587835" y="56044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>
                <a:off x="8587835" y="7118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9" name="Google Shape;309;p11"/>
              <p:cNvSpPr/>
              <p:nvPr/>
            </p:nvSpPr>
            <p:spPr>
              <a:xfrm>
                <a:off x="8587835" y="86321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8587835" y="10146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>
                <a:off x="8754155" y="10635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2" name="Google Shape;312;p11"/>
              <p:cNvSpPr/>
              <p:nvPr/>
            </p:nvSpPr>
            <p:spPr>
              <a:xfrm>
                <a:off x="8754155" y="25774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>
                <a:off x="8754155" y="40912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4" name="Google Shape;314;p11"/>
              <p:cNvSpPr/>
              <p:nvPr/>
            </p:nvSpPr>
            <p:spPr>
              <a:xfrm>
                <a:off x="8754155" y="56051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5" name="Google Shape;315;p11"/>
              <p:cNvSpPr/>
              <p:nvPr/>
            </p:nvSpPr>
            <p:spPr>
              <a:xfrm>
                <a:off x="8754155" y="71189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6" name="Google Shape;316;p11"/>
              <p:cNvSpPr/>
              <p:nvPr/>
            </p:nvSpPr>
            <p:spPr>
              <a:xfrm>
                <a:off x="8754155" y="86328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7" name="Google Shape;317;p11"/>
              <p:cNvSpPr/>
              <p:nvPr/>
            </p:nvSpPr>
            <p:spPr>
              <a:xfrm>
                <a:off x="8754155" y="101467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8" name="Google Shape;318;p11"/>
              <p:cNvSpPr/>
              <p:nvPr/>
            </p:nvSpPr>
            <p:spPr>
              <a:xfrm>
                <a:off x="8920471" y="10635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9" name="Google Shape;319;p11"/>
              <p:cNvSpPr/>
              <p:nvPr/>
            </p:nvSpPr>
            <p:spPr>
              <a:xfrm>
                <a:off x="8920471" y="25774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0" name="Google Shape;320;p11"/>
              <p:cNvSpPr/>
              <p:nvPr/>
            </p:nvSpPr>
            <p:spPr>
              <a:xfrm>
                <a:off x="8920471" y="40912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1" name="Google Shape;321;p11"/>
              <p:cNvSpPr/>
              <p:nvPr/>
            </p:nvSpPr>
            <p:spPr>
              <a:xfrm>
                <a:off x="8920471" y="56051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2" name="Google Shape;322;p11"/>
              <p:cNvSpPr/>
              <p:nvPr/>
            </p:nvSpPr>
            <p:spPr>
              <a:xfrm>
                <a:off x="8920471" y="71189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3" name="Google Shape;323;p11"/>
              <p:cNvSpPr/>
              <p:nvPr/>
            </p:nvSpPr>
            <p:spPr>
              <a:xfrm>
                <a:off x="8920471" y="86328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4" name="Google Shape;324;p11"/>
              <p:cNvSpPr/>
              <p:nvPr/>
            </p:nvSpPr>
            <p:spPr>
              <a:xfrm>
                <a:off x="8920471" y="101467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25" name="Google Shape;325;p11"/>
          <p:cNvSpPr txBox="1">
            <a:spLocks noGrp="1"/>
          </p:cNvSpPr>
          <p:nvPr>
            <p:ph type="title" hasCustomPrompt="1"/>
          </p:nvPr>
        </p:nvSpPr>
        <p:spPr>
          <a:xfrm>
            <a:off x="3874400" y="2285467"/>
            <a:ext cx="7366800" cy="14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Michroma"/>
              <a:buNone/>
              <a:defRPr sz="128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1"/>
          <p:cNvSpPr txBox="1">
            <a:spLocks noGrp="1"/>
          </p:cNvSpPr>
          <p:nvPr>
            <p:ph type="subTitle" idx="1"/>
          </p:nvPr>
        </p:nvSpPr>
        <p:spPr>
          <a:xfrm>
            <a:off x="3874400" y="3921233"/>
            <a:ext cx="7366800" cy="524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Font typeface="Michroma"/>
              <a:buNone/>
              <a:defRPr sz="2133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27" name="Google Shape;327;p11"/>
          <p:cNvSpPr>
            <a:spLocks noGrp="1"/>
          </p:cNvSpPr>
          <p:nvPr>
            <p:ph type="pic" idx="2"/>
          </p:nvPr>
        </p:nvSpPr>
        <p:spPr>
          <a:xfrm>
            <a:off x="950967" y="1336184"/>
            <a:ext cx="2793600" cy="41856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11"/>
          <p:cNvSpPr/>
          <p:nvPr/>
        </p:nvSpPr>
        <p:spPr>
          <a:xfrm>
            <a:off x="10198367" y="5747600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413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12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"/>
          </p:nvPr>
        </p:nvSpPr>
        <p:spPr>
          <a:xfrm>
            <a:off x="960000" y="29242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3"/>
          <p:cNvSpPr txBox="1">
            <a:spLocks noGrp="1"/>
          </p:cNvSpPr>
          <p:nvPr>
            <p:ph type="subTitle" idx="2"/>
          </p:nvPr>
        </p:nvSpPr>
        <p:spPr>
          <a:xfrm>
            <a:off x="4559025" y="29242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13"/>
          <p:cNvSpPr txBox="1">
            <a:spLocks noGrp="1"/>
          </p:cNvSpPr>
          <p:nvPr>
            <p:ph type="subTitle" idx="3"/>
          </p:nvPr>
        </p:nvSpPr>
        <p:spPr>
          <a:xfrm>
            <a:off x="960000" y="51402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3"/>
          <p:cNvSpPr txBox="1">
            <a:spLocks noGrp="1"/>
          </p:cNvSpPr>
          <p:nvPr>
            <p:ph type="subTitle" idx="4"/>
          </p:nvPr>
        </p:nvSpPr>
        <p:spPr>
          <a:xfrm>
            <a:off x="4559025" y="51402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13"/>
          <p:cNvSpPr txBox="1">
            <a:spLocks noGrp="1"/>
          </p:cNvSpPr>
          <p:nvPr>
            <p:ph type="subTitle" idx="5"/>
          </p:nvPr>
        </p:nvSpPr>
        <p:spPr>
          <a:xfrm>
            <a:off x="8158060" y="29242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13"/>
          <p:cNvSpPr txBox="1">
            <a:spLocks noGrp="1"/>
          </p:cNvSpPr>
          <p:nvPr>
            <p:ph type="subTitle" idx="6"/>
          </p:nvPr>
        </p:nvSpPr>
        <p:spPr>
          <a:xfrm>
            <a:off x="8158060" y="51402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title" idx="7" hasCustomPrompt="1"/>
          </p:nvPr>
        </p:nvSpPr>
        <p:spPr>
          <a:xfrm>
            <a:off x="1091203" y="1793044"/>
            <a:ext cx="979600" cy="59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13"/>
          <p:cNvSpPr txBox="1">
            <a:spLocks noGrp="1"/>
          </p:cNvSpPr>
          <p:nvPr>
            <p:ph type="title" idx="8" hasCustomPrompt="1"/>
          </p:nvPr>
        </p:nvSpPr>
        <p:spPr>
          <a:xfrm>
            <a:off x="1091203" y="4009055"/>
            <a:ext cx="979600" cy="59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13"/>
          <p:cNvSpPr txBox="1">
            <a:spLocks noGrp="1"/>
          </p:cNvSpPr>
          <p:nvPr>
            <p:ph type="title" idx="9" hasCustomPrompt="1"/>
          </p:nvPr>
        </p:nvSpPr>
        <p:spPr>
          <a:xfrm>
            <a:off x="4690236" y="1793044"/>
            <a:ext cx="979600" cy="59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341" name="Google Shape;341;p13"/>
          <p:cNvSpPr txBox="1">
            <a:spLocks noGrp="1"/>
          </p:cNvSpPr>
          <p:nvPr>
            <p:ph type="title" idx="13" hasCustomPrompt="1"/>
          </p:nvPr>
        </p:nvSpPr>
        <p:spPr>
          <a:xfrm>
            <a:off x="4690236" y="4009055"/>
            <a:ext cx="979600" cy="59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>
            <a:spLocks noGrp="1"/>
          </p:cNvSpPr>
          <p:nvPr>
            <p:ph type="title" idx="14" hasCustomPrompt="1"/>
          </p:nvPr>
        </p:nvSpPr>
        <p:spPr>
          <a:xfrm>
            <a:off x="8289269" y="1793044"/>
            <a:ext cx="979600" cy="59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15" hasCustomPrompt="1"/>
          </p:nvPr>
        </p:nvSpPr>
        <p:spPr>
          <a:xfrm>
            <a:off x="8289269" y="4009055"/>
            <a:ext cx="979600" cy="59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344" name="Google Shape;344;p13"/>
          <p:cNvSpPr txBox="1">
            <a:spLocks noGrp="1"/>
          </p:cNvSpPr>
          <p:nvPr>
            <p:ph type="subTitle" idx="16"/>
          </p:nvPr>
        </p:nvSpPr>
        <p:spPr>
          <a:xfrm>
            <a:off x="960000" y="2538900"/>
            <a:ext cx="30740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17"/>
          </p:nvPr>
        </p:nvSpPr>
        <p:spPr>
          <a:xfrm>
            <a:off x="4559033" y="2538900"/>
            <a:ext cx="30740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subTitle" idx="18"/>
          </p:nvPr>
        </p:nvSpPr>
        <p:spPr>
          <a:xfrm>
            <a:off x="8158067" y="2538900"/>
            <a:ext cx="30740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47" name="Google Shape;347;p13"/>
          <p:cNvSpPr txBox="1">
            <a:spLocks noGrp="1"/>
          </p:cNvSpPr>
          <p:nvPr>
            <p:ph type="subTitle" idx="19"/>
          </p:nvPr>
        </p:nvSpPr>
        <p:spPr>
          <a:xfrm>
            <a:off x="960000" y="4755000"/>
            <a:ext cx="30740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48" name="Google Shape;348;p13"/>
          <p:cNvSpPr txBox="1">
            <a:spLocks noGrp="1"/>
          </p:cNvSpPr>
          <p:nvPr>
            <p:ph type="subTitle" idx="20"/>
          </p:nvPr>
        </p:nvSpPr>
        <p:spPr>
          <a:xfrm>
            <a:off x="4559033" y="4755000"/>
            <a:ext cx="30740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349" name="Google Shape;349;p13"/>
          <p:cNvSpPr txBox="1">
            <a:spLocks noGrp="1"/>
          </p:cNvSpPr>
          <p:nvPr>
            <p:ph type="subTitle" idx="21"/>
          </p:nvPr>
        </p:nvSpPr>
        <p:spPr>
          <a:xfrm>
            <a:off x="8158067" y="4755000"/>
            <a:ext cx="3074000" cy="5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grpSp>
        <p:nvGrpSpPr>
          <p:cNvPr id="350" name="Google Shape;350;p13"/>
          <p:cNvGrpSpPr/>
          <p:nvPr/>
        </p:nvGrpSpPr>
        <p:grpSpPr>
          <a:xfrm>
            <a:off x="226119" y="334023"/>
            <a:ext cx="11464461" cy="5763180"/>
            <a:chOff x="169589" y="250517"/>
            <a:chExt cx="8598346" cy="4322385"/>
          </a:xfrm>
        </p:grpSpPr>
        <p:grpSp>
          <p:nvGrpSpPr>
            <p:cNvPr id="351" name="Google Shape;351;p13"/>
            <p:cNvGrpSpPr/>
            <p:nvPr/>
          </p:nvGrpSpPr>
          <p:grpSpPr>
            <a:xfrm>
              <a:off x="169589" y="3855165"/>
              <a:ext cx="356307" cy="717737"/>
              <a:chOff x="275640" y="3855165"/>
              <a:chExt cx="356307" cy="717737"/>
            </a:xfrm>
          </p:grpSpPr>
          <p:sp>
            <p:nvSpPr>
              <p:cNvPr id="352" name="Google Shape;352;p13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3" name="Google Shape;353;p13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4" name="Google Shape;354;p13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5" name="Google Shape;355;p13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6" name="Google Shape;356;p13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9" name="Google Shape;359;p13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0" name="Google Shape;360;p13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1" name="Google Shape;361;p13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2" name="Google Shape;362;p13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3" name="Google Shape;363;p13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4" name="Google Shape;364;p13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5" name="Google Shape;365;p13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6" name="Google Shape;366;p13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67" name="Google Shape;367;p13"/>
            <p:cNvGrpSpPr/>
            <p:nvPr/>
          </p:nvGrpSpPr>
          <p:grpSpPr>
            <a:xfrm>
              <a:off x="8714535" y="250517"/>
              <a:ext cx="53400" cy="961718"/>
              <a:chOff x="421310" y="2045092"/>
              <a:chExt cx="53400" cy="961718"/>
            </a:xfrm>
          </p:grpSpPr>
          <p:sp>
            <p:nvSpPr>
              <p:cNvPr id="368" name="Google Shape;368;p13"/>
              <p:cNvSpPr/>
              <p:nvPr/>
            </p:nvSpPr>
            <p:spPr>
              <a:xfrm>
                <a:off x="421310" y="20450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9" name="Google Shape;369;p13"/>
              <p:cNvSpPr/>
              <p:nvPr/>
            </p:nvSpPr>
            <p:spPr>
              <a:xfrm>
                <a:off x="421310" y="21964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>
                <a:off x="421310" y="23478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>
                <a:off x="421310" y="24992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>
                <a:off x="421310" y="26506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3" name="Google Shape;373;p13"/>
              <p:cNvSpPr/>
              <p:nvPr/>
            </p:nvSpPr>
            <p:spPr>
              <a:xfrm>
                <a:off x="421310" y="28020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421310" y="29534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75" name="Google Shape;375;p13"/>
          <p:cNvSpPr/>
          <p:nvPr/>
        </p:nvSpPr>
        <p:spPr>
          <a:xfrm>
            <a:off x="6840733" y="6341467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41207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8" name="Google Shape;378;p14"/>
          <p:cNvGrpSpPr/>
          <p:nvPr/>
        </p:nvGrpSpPr>
        <p:grpSpPr>
          <a:xfrm>
            <a:off x="277986" y="3782754"/>
            <a:ext cx="5251975" cy="2695381"/>
            <a:chOff x="208489" y="2837065"/>
            <a:chExt cx="3938981" cy="2021536"/>
          </a:xfrm>
        </p:grpSpPr>
        <p:grpSp>
          <p:nvGrpSpPr>
            <p:cNvPr id="379" name="Google Shape;379;p14"/>
            <p:cNvGrpSpPr/>
            <p:nvPr/>
          </p:nvGrpSpPr>
          <p:grpSpPr>
            <a:xfrm>
              <a:off x="208489" y="2837065"/>
              <a:ext cx="356307" cy="717737"/>
              <a:chOff x="275640" y="3855165"/>
              <a:chExt cx="356307" cy="717737"/>
            </a:xfrm>
          </p:grpSpPr>
          <p:sp>
            <p:nvSpPr>
              <p:cNvPr id="380" name="Google Shape;380;p14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14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14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3" name="Google Shape;383;p14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14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14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14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14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8" name="Google Shape;388;p14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9" name="Google Shape;389;p14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14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1" name="Google Shape;391;p14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2" name="Google Shape;392;p14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3" name="Google Shape;393;p14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4" name="Google Shape;394;p14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95" name="Google Shape;395;p14"/>
            <p:cNvGrpSpPr/>
            <p:nvPr/>
          </p:nvGrpSpPr>
          <p:grpSpPr>
            <a:xfrm rot="-5400000">
              <a:off x="3639910" y="4351042"/>
              <a:ext cx="53400" cy="961718"/>
              <a:chOff x="421310" y="2045092"/>
              <a:chExt cx="53400" cy="961718"/>
            </a:xfrm>
          </p:grpSpPr>
          <p:sp>
            <p:nvSpPr>
              <p:cNvPr id="396" name="Google Shape;396;p14"/>
              <p:cNvSpPr/>
              <p:nvPr/>
            </p:nvSpPr>
            <p:spPr>
              <a:xfrm>
                <a:off x="421310" y="20450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7" name="Google Shape;397;p14"/>
              <p:cNvSpPr/>
              <p:nvPr/>
            </p:nvSpPr>
            <p:spPr>
              <a:xfrm>
                <a:off x="421310" y="21964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8" name="Google Shape;398;p14"/>
              <p:cNvSpPr/>
              <p:nvPr/>
            </p:nvSpPr>
            <p:spPr>
              <a:xfrm>
                <a:off x="421310" y="23478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9" name="Google Shape;399;p14"/>
              <p:cNvSpPr/>
              <p:nvPr/>
            </p:nvSpPr>
            <p:spPr>
              <a:xfrm>
                <a:off x="421310" y="24992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0" name="Google Shape;400;p14"/>
              <p:cNvSpPr/>
              <p:nvPr/>
            </p:nvSpPr>
            <p:spPr>
              <a:xfrm>
                <a:off x="421310" y="26506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1" name="Google Shape;401;p14"/>
              <p:cNvSpPr/>
              <p:nvPr/>
            </p:nvSpPr>
            <p:spPr>
              <a:xfrm>
                <a:off x="421310" y="28020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2" name="Google Shape;402;p14"/>
              <p:cNvSpPr/>
              <p:nvPr/>
            </p:nvSpPr>
            <p:spPr>
              <a:xfrm>
                <a:off x="421310" y="29534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403" name="Google Shape;403;p14"/>
          <p:cNvSpPr/>
          <p:nvPr/>
        </p:nvSpPr>
        <p:spPr>
          <a:xfrm>
            <a:off x="11690567" y="719333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71437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06" name="Google Shape;406;p15"/>
          <p:cNvGrpSpPr/>
          <p:nvPr/>
        </p:nvGrpSpPr>
        <p:grpSpPr>
          <a:xfrm>
            <a:off x="11232010" y="392743"/>
            <a:ext cx="1178737" cy="1282471"/>
            <a:chOff x="1126357" y="3794258"/>
            <a:chExt cx="884053" cy="961853"/>
          </a:xfrm>
        </p:grpSpPr>
        <p:sp>
          <p:nvSpPr>
            <p:cNvPr id="407" name="Google Shape;407;p15"/>
            <p:cNvSpPr/>
            <p:nvPr/>
          </p:nvSpPr>
          <p:spPr>
            <a:xfrm>
              <a:off x="1126357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1126357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126357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126357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126357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126357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126357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92673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92673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292673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1292673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1292673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1292673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1292673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1458993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1458993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1458993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1458993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1458993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1458993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1458993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1625309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1625309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1625309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1625309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1625309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1625309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1625309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1790694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1790694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1790694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1790694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1790694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1790694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1790694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1957010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1957010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1957010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1957010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1957010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1957010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1957010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49" name="Google Shape;449;p15"/>
          <p:cNvSpPr/>
          <p:nvPr/>
        </p:nvSpPr>
        <p:spPr>
          <a:xfrm>
            <a:off x="465033" y="6128167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65862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52" name="Google Shape;452;p16"/>
          <p:cNvGrpSpPr/>
          <p:nvPr/>
        </p:nvGrpSpPr>
        <p:grpSpPr>
          <a:xfrm rot="5400000">
            <a:off x="6965113" y="5754845"/>
            <a:ext cx="514715" cy="1282385"/>
            <a:chOff x="8587835" y="106283"/>
            <a:chExt cx="386036" cy="961789"/>
          </a:xfrm>
        </p:grpSpPr>
        <p:sp>
          <p:nvSpPr>
            <p:cNvPr id="453" name="Google Shape;453;p16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8920471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8920471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8920471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8920471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8920471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8920471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8920471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-2547099" y="1139767"/>
            <a:ext cx="15792900" cy="4449900"/>
            <a:chOff x="-1910325" y="854825"/>
            <a:chExt cx="11844675" cy="3337425"/>
          </a:xfrm>
        </p:grpSpPr>
        <p:sp>
          <p:nvSpPr>
            <p:cNvPr id="475" name="Google Shape;475;p16"/>
            <p:cNvSpPr/>
            <p:nvPr/>
          </p:nvSpPr>
          <p:spPr>
            <a:xfrm>
              <a:off x="-1910325" y="854825"/>
              <a:ext cx="2286000" cy="2286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8653950" y="2911850"/>
              <a:ext cx="1280400" cy="1280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075463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"/>
          <p:cNvSpPr txBox="1">
            <a:spLocks noGrp="1"/>
          </p:cNvSpPr>
          <p:nvPr>
            <p:ph type="title"/>
          </p:nvPr>
        </p:nvSpPr>
        <p:spPr>
          <a:xfrm>
            <a:off x="950967" y="4271633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479" name="Google Shape;479;p17"/>
          <p:cNvSpPr txBox="1">
            <a:spLocks noGrp="1"/>
          </p:cNvSpPr>
          <p:nvPr>
            <p:ph type="subTitle" idx="1"/>
          </p:nvPr>
        </p:nvSpPr>
        <p:spPr>
          <a:xfrm>
            <a:off x="950967" y="1877151"/>
            <a:ext cx="5813600" cy="22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Font typeface="Michroma"/>
              <a:buNone/>
              <a:defRPr sz="40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480" name="Google Shape;480;p17"/>
          <p:cNvSpPr>
            <a:spLocks noGrp="1"/>
          </p:cNvSpPr>
          <p:nvPr>
            <p:ph type="pic" idx="2"/>
          </p:nvPr>
        </p:nvSpPr>
        <p:spPr>
          <a:xfrm>
            <a:off x="7613267" y="1336251"/>
            <a:ext cx="2793600" cy="4185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1" name="Google Shape;481;p17"/>
          <p:cNvGrpSpPr/>
          <p:nvPr/>
        </p:nvGrpSpPr>
        <p:grpSpPr>
          <a:xfrm>
            <a:off x="1725634" y="-869567"/>
            <a:ext cx="6113100" cy="9909733"/>
            <a:chOff x="1294225" y="-652175"/>
            <a:chExt cx="4584825" cy="7432300"/>
          </a:xfrm>
        </p:grpSpPr>
        <p:sp>
          <p:nvSpPr>
            <p:cNvPr id="482" name="Google Shape;482;p17"/>
            <p:cNvSpPr/>
            <p:nvPr/>
          </p:nvSpPr>
          <p:spPr>
            <a:xfrm>
              <a:off x="1294225" y="4494125"/>
              <a:ext cx="2286000" cy="2286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4598650" y="-652175"/>
              <a:ext cx="1280400" cy="1280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4" name="Google Shape;484;p17"/>
          <p:cNvGrpSpPr/>
          <p:nvPr/>
        </p:nvGrpSpPr>
        <p:grpSpPr>
          <a:xfrm>
            <a:off x="475885" y="1058687"/>
            <a:ext cx="10826579" cy="5226452"/>
            <a:chOff x="356914" y="794015"/>
            <a:chExt cx="8119934" cy="3919839"/>
          </a:xfrm>
        </p:grpSpPr>
        <p:grpSp>
          <p:nvGrpSpPr>
            <p:cNvPr id="485" name="Google Shape;485;p17"/>
            <p:cNvGrpSpPr/>
            <p:nvPr/>
          </p:nvGrpSpPr>
          <p:grpSpPr>
            <a:xfrm rot="5400000">
              <a:off x="7886093" y="4123099"/>
              <a:ext cx="219720" cy="961789"/>
              <a:chOff x="8587835" y="106283"/>
              <a:chExt cx="219720" cy="961789"/>
            </a:xfrm>
          </p:grpSpPr>
          <p:sp>
            <p:nvSpPr>
              <p:cNvPr id="486" name="Google Shape;486;p17"/>
              <p:cNvSpPr/>
              <p:nvPr/>
            </p:nvSpPr>
            <p:spPr>
              <a:xfrm>
                <a:off x="8587835" y="10628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7" name="Google Shape;487;p17"/>
              <p:cNvSpPr/>
              <p:nvPr/>
            </p:nvSpPr>
            <p:spPr>
              <a:xfrm>
                <a:off x="8587835" y="25766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8" name="Google Shape;488;p17"/>
              <p:cNvSpPr/>
              <p:nvPr/>
            </p:nvSpPr>
            <p:spPr>
              <a:xfrm>
                <a:off x="8587835" y="40905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9" name="Google Shape;489;p17"/>
              <p:cNvSpPr/>
              <p:nvPr/>
            </p:nvSpPr>
            <p:spPr>
              <a:xfrm>
                <a:off x="8587835" y="56044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0" name="Google Shape;490;p17"/>
              <p:cNvSpPr/>
              <p:nvPr/>
            </p:nvSpPr>
            <p:spPr>
              <a:xfrm>
                <a:off x="8587835" y="7118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1" name="Google Shape;491;p17"/>
              <p:cNvSpPr/>
              <p:nvPr/>
            </p:nvSpPr>
            <p:spPr>
              <a:xfrm>
                <a:off x="8587835" y="86321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2" name="Google Shape;492;p17"/>
              <p:cNvSpPr/>
              <p:nvPr/>
            </p:nvSpPr>
            <p:spPr>
              <a:xfrm>
                <a:off x="8587835" y="10146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3" name="Google Shape;493;p17"/>
              <p:cNvSpPr/>
              <p:nvPr/>
            </p:nvSpPr>
            <p:spPr>
              <a:xfrm>
                <a:off x="8754155" y="10635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4" name="Google Shape;494;p17"/>
              <p:cNvSpPr/>
              <p:nvPr/>
            </p:nvSpPr>
            <p:spPr>
              <a:xfrm>
                <a:off x="8754155" y="25774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5" name="Google Shape;495;p17"/>
              <p:cNvSpPr/>
              <p:nvPr/>
            </p:nvSpPr>
            <p:spPr>
              <a:xfrm>
                <a:off x="8754155" y="40912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6" name="Google Shape;496;p17"/>
              <p:cNvSpPr/>
              <p:nvPr/>
            </p:nvSpPr>
            <p:spPr>
              <a:xfrm>
                <a:off x="8754155" y="56051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7" name="Google Shape;497;p17"/>
              <p:cNvSpPr/>
              <p:nvPr/>
            </p:nvSpPr>
            <p:spPr>
              <a:xfrm>
                <a:off x="8754155" y="71189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8" name="Google Shape;498;p17"/>
              <p:cNvSpPr/>
              <p:nvPr/>
            </p:nvSpPr>
            <p:spPr>
              <a:xfrm>
                <a:off x="8754155" y="86328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9" name="Google Shape;499;p17"/>
              <p:cNvSpPr/>
              <p:nvPr/>
            </p:nvSpPr>
            <p:spPr>
              <a:xfrm>
                <a:off x="8754155" y="101467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00" name="Google Shape;500;p17"/>
            <p:cNvGrpSpPr/>
            <p:nvPr/>
          </p:nvGrpSpPr>
          <p:grpSpPr>
            <a:xfrm>
              <a:off x="356914" y="794015"/>
              <a:ext cx="356307" cy="717737"/>
              <a:chOff x="275640" y="3855165"/>
              <a:chExt cx="356307" cy="717737"/>
            </a:xfrm>
          </p:grpSpPr>
          <p:sp>
            <p:nvSpPr>
              <p:cNvPr id="501" name="Google Shape;501;p17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2" name="Google Shape;502;p17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3" name="Google Shape;503;p17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4" name="Google Shape;504;p17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5" name="Google Shape;505;p17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6" name="Google Shape;506;p17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7" name="Google Shape;507;p17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8" name="Google Shape;508;p17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9" name="Google Shape;509;p17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17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17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2" name="Google Shape;512;p17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3" name="Google Shape;513;p17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5436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"/>
          <p:cNvSpPr txBox="1">
            <a:spLocks noGrp="1"/>
          </p:cNvSpPr>
          <p:nvPr>
            <p:ph type="title"/>
          </p:nvPr>
        </p:nvSpPr>
        <p:spPr>
          <a:xfrm>
            <a:off x="1355933" y="1541304"/>
            <a:ext cx="4792000" cy="275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18" name="Google Shape;518;p18"/>
          <p:cNvSpPr txBox="1">
            <a:spLocks noGrp="1"/>
          </p:cNvSpPr>
          <p:nvPr>
            <p:ph type="subTitle" idx="1"/>
          </p:nvPr>
        </p:nvSpPr>
        <p:spPr>
          <a:xfrm>
            <a:off x="1355933" y="4292900"/>
            <a:ext cx="4792000" cy="11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19" name="Google Shape;519;p18"/>
          <p:cNvSpPr>
            <a:spLocks noGrp="1"/>
          </p:cNvSpPr>
          <p:nvPr>
            <p:ph type="pic" idx="2"/>
          </p:nvPr>
        </p:nvSpPr>
        <p:spPr>
          <a:xfrm>
            <a:off x="7311515" y="936607"/>
            <a:ext cx="3197200" cy="39988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18"/>
          <p:cNvSpPr>
            <a:spLocks noGrp="1"/>
          </p:cNvSpPr>
          <p:nvPr>
            <p:ph type="pic" idx="3"/>
          </p:nvPr>
        </p:nvSpPr>
        <p:spPr>
          <a:xfrm>
            <a:off x="9124233" y="3672184"/>
            <a:ext cx="2116800" cy="224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521" name="Google Shape;521;p18"/>
          <p:cNvGrpSpPr/>
          <p:nvPr/>
        </p:nvGrpSpPr>
        <p:grpSpPr>
          <a:xfrm>
            <a:off x="388219" y="683735"/>
            <a:ext cx="2963575" cy="5132135"/>
            <a:chOff x="291164" y="512801"/>
            <a:chExt cx="2222681" cy="3849101"/>
          </a:xfrm>
        </p:grpSpPr>
        <p:grpSp>
          <p:nvGrpSpPr>
            <p:cNvPr id="522" name="Google Shape;522;p18"/>
            <p:cNvGrpSpPr/>
            <p:nvPr/>
          </p:nvGrpSpPr>
          <p:grpSpPr>
            <a:xfrm>
              <a:off x="291164" y="3644165"/>
              <a:ext cx="356307" cy="717737"/>
              <a:chOff x="275640" y="3855165"/>
              <a:chExt cx="356307" cy="717737"/>
            </a:xfrm>
          </p:grpSpPr>
          <p:sp>
            <p:nvSpPr>
              <p:cNvPr id="523" name="Google Shape;523;p18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6" name="Google Shape;526;p18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3" name="Google Shape;533;p18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38" name="Google Shape;538;p18"/>
            <p:cNvGrpSpPr/>
            <p:nvPr/>
          </p:nvGrpSpPr>
          <p:grpSpPr>
            <a:xfrm rot="5400000">
              <a:off x="2006285" y="58642"/>
              <a:ext cx="53400" cy="961718"/>
              <a:chOff x="421310" y="2045092"/>
              <a:chExt cx="53400" cy="961718"/>
            </a:xfrm>
          </p:grpSpPr>
          <p:sp>
            <p:nvSpPr>
              <p:cNvPr id="539" name="Google Shape;539;p18"/>
              <p:cNvSpPr/>
              <p:nvPr/>
            </p:nvSpPr>
            <p:spPr>
              <a:xfrm>
                <a:off x="421310" y="20450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0" name="Google Shape;540;p18"/>
              <p:cNvSpPr/>
              <p:nvPr/>
            </p:nvSpPr>
            <p:spPr>
              <a:xfrm>
                <a:off x="421310" y="21964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421310" y="23478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421310" y="24992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3" name="Google Shape;543;p18"/>
              <p:cNvSpPr/>
              <p:nvPr/>
            </p:nvSpPr>
            <p:spPr>
              <a:xfrm>
                <a:off x="421310" y="26506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4" name="Google Shape;544;p18"/>
              <p:cNvSpPr/>
              <p:nvPr/>
            </p:nvSpPr>
            <p:spPr>
              <a:xfrm>
                <a:off x="421310" y="28020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5" name="Google Shape;545;p18"/>
              <p:cNvSpPr/>
              <p:nvPr/>
            </p:nvSpPr>
            <p:spPr>
              <a:xfrm>
                <a:off x="421310" y="29534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7461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9"/>
          <p:cNvSpPr txBox="1">
            <a:spLocks noGrp="1"/>
          </p:cNvSpPr>
          <p:nvPr>
            <p:ph type="title"/>
          </p:nvPr>
        </p:nvSpPr>
        <p:spPr>
          <a:xfrm>
            <a:off x="960000" y="2187184"/>
            <a:ext cx="4752800" cy="15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48" name="Google Shape;548;p19"/>
          <p:cNvSpPr txBox="1">
            <a:spLocks noGrp="1"/>
          </p:cNvSpPr>
          <p:nvPr>
            <p:ph type="subTitle" idx="1"/>
          </p:nvPr>
        </p:nvSpPr>
        <p:spPr>
          <a:xfrm>
            <a:off x="960000" y="3597217"/>
            <a:ext cx="47528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-353500" y="5416567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0" name="Google Shape;550;p19"/>
          <p:cNvGrpSpPr/>
          <p:nvPr/>
        </p:nvGrpSpPr>
        <p:grpSpPr>
          <a:xfrm>
            <a:off x="11241019" y="3488854"/>
            <a:ext cx="475076" cy="956983"/>
            <a:chOff x="275640" y="3855165"/>
            <a:chExt cx="356307" cy="717737"/>
          </a:xfrm>
        </p:grpSpPr>
        <p:sp>
          <p:nvSpPr>
            <p:cNvPr id="551" name="Google Shape;551;p19"/>
            <p:cNvSpPr/>
            <p:nvPr/>
          </p:nvSpPr>
          <p:spPr>
            <a:xfrm rot="5400000">
              <a:off x="578547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19"/>
            <p:cNvSpPr/>
            <p:nvPr/>
          </p:nvSpPr>
          <p:spPr>
            <a:xfrm rot="5400000">
              <a:off x="427161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19"/>
            <p:cNvSpPr/>
            <p:nvPr/>
          </p:nvSpPr>
          <p:spPr>
            <a:xfrm rot="5400000">
              <a:off x="275774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19"/>
            <p:cNvSpPr/>
            <p:nvPr/>
          </p:nvSpPr>
          <p:spPr>
            <a:xfrm rot="5400000">
              <a:off x="578547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19"/>
            <p:cNvSpPr/>
            <p:nvPr/>
          </p:nvSpPr>
          <p:spPr>
            <a:xfrm rot="5400000">
              <a:off x="427161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19"/>
            <p:cNvSpPr/>
            <p:nvPr/>
          </p:nvSpPr>
          <p:spPr>
            <a:xfrm rot="5400000">
              <a:off x="275774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19"/>
            <p:cNvSpPr/>
            <p:nvPr/>
          </p:nvSpPr>
          <p:spPr>
            <a:xfrm rot="5400000">
              <a:off x="578476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19"/>
            <p:cNvSpPr/>
            <p:nvPr/>
          </p:nvSpPr>
          <p:spPr>
            <a:xfrm rot="5400000">
              <a:off x="427090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19"/>
            <p:cNvSpPr/>
            <p:nvPr/>
          </p:nvSpPr>
          <p:spPr>
            <a:xfrm rot="5400000">
              <a:off x="275704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19"/>
            <p:cNvSpPr/>
            <p:nvPr/>
          </p:nvSpPr>
          <p:spPr>
            <a:xfrm rot="5400000">
              <a:off x="578476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19"/>
            <p:cNvSpPr/>
            <p:nvPr/>
          </p:nvSpPr>
          <p:spPr>
            <a:xfrm rot="5400000">
              <a:off x="427090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19"/>
            <p:cNvSpPr/>
            <p:nvPr/>
          </p:nvSpPr>
          <p:spPr>
            <a:xfrm rot="5400000">
              <a:off x="275704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19"/>
            <p:cNvSpPr/>
            <p:nvPr/>
          </p:nvSpPr>
          <p:spPr>
            <a:xfrm rot="5400000">
              <a:off x="578413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19"/>
            <p:cNvSpPr/>
            <p:nvPr/>
          </p:nvSpPr>
          <p:spPr>
            <a:xfrm rot="5400000">
              <a:off x="427026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19"/>
            <p:cNvSpPr/>
            <p:nvPr/>
          </p:nvSpPr>
          <p:spPr>
            <a:xfrm rot="5400000">
              <a:off x="275640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28598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0"/>
          <p:cNvSpPr txBox="1">
            <a:spLocks noGrp="1"/>
          </p:cNvSpPr>
          <p:nvPr>
            <p:ph type="title"/>
          </p:nvPr>
        </p:nvSpPr>
        <p:spPr>
          <a:xfrm>
            <a:off x="6429467" y="1960467"/>
            <a:ext cx="3507200" cy="1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68" name="Google Shape;568;p20"/>
          <p:cNvSpPr txBox="1">
            <a:spLocks noGrp="1"/>
          </p:cNvSpPr>
          <p:nvPr>
            <p:ph type="subTitle" idx="1"/>
          </p:nvPr>
        </p:nvSpPr>
        <p:spPr>
          <a:xfrm>
            <a:off x="6429633" y="3299267"/>
            <a:ext cx="3507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grpSp>
        <p:nvGrpSpPr>
          <p:cNvPr id="569" name="Google Shape;569;p20"/>
          <p:cNvGrpSpPr/>
          <p:nvPr/>
        </p:nvGrpSpPr>
        <p:grpSpPr>
          <a:xfrm>
            <a:off x="804481" y="1118100"/>
            <a:ext cx="292960" cy="1282385"/>
            <a:chOff x="8587835" y="106283"/>
            <a:chExt cx="219720" cy="961789"/>
          </a:xfrm>
        </p:grpSpPr>
        <p:sp>
          <p:nvSpPr>
            <p:cNvPr id="570" name="Google Shape;570;p20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84" name="Google Shape;584;p20"/>
          <p:cNvSpPr/>
          <p:nvPr/>
        </p:nvSpPr>
        <p:spPr>
          <a:xfrm>
            <a:off x="9533833" y="5582033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0898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21"/>
          <p:cNvGrpSpPr/>
          <p:nvPr/>
        </p:nvGrpSpPr>
        <p:grpSpPr>
          <a:xfrm>
            <a:off x="1635667" y="-1971400"/>
            <a:ext cx="4755200" cy="9817267"/>
            <a:chOff x="1226750" y="-1478550"/>
            <a:chExt cx="3566400" cy="7362950"/>
          </a:xfrm>
        </p:grpSpPr>
        <p:sp>
          <p:nvSpPr>
            <p:cNvPr id="587" name="Google Shape;587;p21"/>
            <p:cNvSpPr/>
            <p:nvPr/>
          </p:nvSpPr>
          <p:spPr>
            <a:xfrm>
              <a:off x="1226750" y="-1478550"/>
              <a:ext cx="2286000" cy="2286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1"/>
            <p:cNvSpPr/>
            <p:nvPr/>
          </p:nvSpPr>
          <p:spPr>
            <a:xfrm>
              <a:off x="3512750" y="4604000"/>
              <a:ext cx="1280400" cy="1280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89" name="Google Shape;589;p21"/>
          <p:cNvSpPr txBox="1">
            <a:spLocks noGrp="1"/>
          </p:cNvSpPr>
          <p:nvPr>
            <p:ph type="title"/>
          </p:nvPr>
        </p:nvSpPr>
        <p:spPr>
          <a:xfrm>
            <a:off x="1129667" y="2561200"/>
            <a:ext cx="5191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90" name="Google Shape;590;p21"/>
          <p:cNvSpPr txBox="1">
            <a:spLocks noGrp="1"/>
          </p:cNvSpPr>
          <p:nvPr>
            <p:ph type="subTitle" idx="1"/>
          </p:nvPr>
        </p:nvSpPr>
        <p:spPr>
          <a:xfrm>
            <a:off x="1129667" y="3223200"/>
            <a:ext cx="5191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483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6630764" y="3624597"/>
            <a:ext cx="38152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>
            <a:spLocks noGrp="1"/>
          </p:cNvSpPr>
          <p:nvPr>
            <p:ph type="subTitle" idx="2"/>
          </p:nvPr>
        </p:nvSpPr>
        <p:spPr>
          <a:xfrm>
            <a:off x="1746032" y="3624597"/>
            <a:ext cx="38152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22"/>
          <p:cNvSpPr txBox="1">
            <a:spLocks noGrp="1"/>
          </p:cNvSpPr>
          <p:nvPr>
            <p:ph type="subTitle" idx="3"/>
          </p:nvPr>
        </p:nvSpPr>
        <p:spPr>
          <a:xfrm>
            <a:off x="1746032" y="2917867"/>
            <a:ext cx="3815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596" name="Google Shape;596;p22"/>
          <p:cNvSpPr txBox="1">
            <a:spLocks noGrp="1"/>
          </p:cNvSpPr>
          <p:nvPr>
            <p:ph type="subTitle" idx="4"/>
          </p:nvPr>
        </p:nvSpPr>
        <p:spPr>
          <a:xfrm>
            <a:off x="6630768" y="2917867"/>
            <a:ext cx="3815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grpSp>
        <p:nvGrpSpPr>
          <p:cNvPr id="597" name="Google Shape;597;p22"/>
          <p:cNvGrpSpPr/>
          <p:nvPr/>
        </p:nvGrpSpPr>
        <p:grpSpPr>
          <a:xfrm>
            <a:off x="445280" y="1863309"/>
            <a:ext cx="11484133" cy="3536819"/>
            <a:chOff x="333960" y="1397482"/>
            <a:chExt cx="8613100" cy="2652614"/>
          </a:xfrm>
        </p:grpSpPr>
        <p:grpSp>
          <p:nvGrpSpPr>
            <p:cNvPr id="598" name="Google Shape;598;p22"/>
            <p:cNvGrpSpPr/>
            <p:nvPr/>
          </p:nvGrpSpPr>
          <p:grpSpPr>
            <a:xfrm>
              <a:off x="8063007" y="1397482"/>
              <a:ext cx="884053" cy="961853"/>
              <a:chOff x="1126357" y="3794258"/>
              <a:chExt cx="884053" cy="961853"/>
            </a:xfrm>
          </p:grpSpPr>
          <p:sp>
            <p:nvSpPr>
              <p:cNvPr id="599" name="Google Shape;599;p22"/>
              <p:cNvSpPr/>
              <p:nvPr/>
            </p:nvSpPr>
            <p:spPr>
              <a:xfrm>
                <a:off x="1126357" y="379425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0" name="Google Shape;600;p22"/>
              <p:cNvSpPr/>
              <p:nvPr/>
            </p:nvSpPr>
            <p:spPr>
              <a:xfrm>
                <a:off x="1126357" y="394564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1" name="Google Shape;601;p22"/>
              <p:cNvSpPr/>
              <p:nvPr/>
            </p:nvSpPr>
            <p:spPr>
              <a:xfrm>
                <a:off x="1126357" y="409703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1126357" y="424841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3" name="Google Shape;603;p22"/>
              <p:cNvSpPr/>
              <p:nvPr/>
            </p:nvSpPr>
            <p:spPr>
              <a:xfrm>
                <a:off x="1126357" y="439980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4" name="Google Shape;604;p22"/>
              <p:cNvSpPr/>
              <p:nvPr/>
            </p:nvSpPr>
            <p:spPr>
              <a:xfrm>
                <a:off x="1126357" y="455118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5" name="Google Shape;605;p22"/>
              <p:cNvSpPr/>
              <p:nvPr/>
            </p:nvSpPr>
            <p:spPr>
              <a:xfrm>
                <a:off x="1126357" y="470257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6" name="Google Shape;606;p22"/>
              <p:cNvSpPr/>
              <p:nvPr/>
            </p:nvSpPr>
            <p:spPr>
              <a:xfrm>
                <a:off x="1292673" y="379425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7" name="Google Shape;607;p22"/>
              <p:cNvSpPr/>
              <p:nvPr/>
            </p:nvSpPr>
            <p:spPr>
              <a:xfrm>
                <a:off x="1292673" y="394564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8" name="Google Shape;608;p22"/>
              <p:cNvSpPr/>
              <p:nvPr/>
            </p:nvSpPr>
            <p:spPr>
              <a:xfrm>
                <a:off x="1292673" y="409703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9" name="Google Shape;609;p22"/>
              <p:cNvSpPr/>
              <p:nvPr/>
            </p:nvSpPr>
            <p:spPr>
              <a:xfrm>
                <a:off x="1292673" y="424841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0" name="Google Shape;610;p22"/>
              <p:cNvSpPr/>
              <p:nvPr/>
            </p:nvSpPr>
            <p:spPr>
              <a:xfrm>
                <a:off x="1292673" y="439980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1" name="Google Shape;611;p22"/>
              <p:cNvSpPr/>
              <p:nvPr/>
            </p:nvSpPr>
            <p:spPr>
              <a:xfrm>
                <a:off x="1292673" y="455118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2" name="Google Shape;612;p22"/>
              <p:cNvSpPr/>
              <p:nvPr/>
            </p:nvSpPr>
            <p:spPr>
              <a:xfrm>
                <a:off x="1292673" y="470257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3" name="Google Shape;613;p22"/>
              <p:cNvSpPr/>
              <p:nvPr/>
            </p:nvSpPr>
            <p:spPr>
              <a:xfrm>
                <a:off x="1458993" y="37943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4" name="Google Shape;614;p22"/>
              <p:cNvSpPr/>
              <p:nvPr/>
            </p:nvSpPr>
            <p:spPr>
              <a:xfrm>
                <a:off x="1458993" y="394571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5" name="Google Shape;615;p22"/>
              <p:cNvSpPr/>
              <p:nvPr/>
            </p:nvSpPr>
            <p:spPr>
              <a:xfrm>
                <a:off x="1458993" y="40971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6" name="Google Shape;616;p22"/>
              <p:cNvSpPr/>
              <p:nvPr/>
            </p:nvSpPr>
            <p:spPr>
              <a:xfrm>
                <a:off x="1458993" y="424848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7" name="Google Shape;617;p22"/>
              <p:cNvSpPr/>
              <p:nvPr/>
            </p:nvSpPr>
            <p:spPr>
              <a:xfrm>
                <a:off x="1458993" y="439987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8" name="Google Shape;618;p22"/>
              <p:cNvSpPr/>
              <p:nvPr/>
            </p:nvSpPr>
            <p:spPr>
              <a:xfrm>
                <a:off x="1458993" y="455126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9" name="Google Shape;619;p22"/>
              <p:cNvSpPr/>
              <p:nvPr/>
            </p:nvSpPr>
            <p:spPr>
              <a:xfrm>
                <a:off x="1458993" y="470264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0" name="Google Shape;620;p22"/>
              <p:cNvSpPr/>
              <p:nvPr/>
            </p:nvSpPr>
            <p:spPr>
              <a:xfrm>
                <a:off x="1625309" y="37943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1" name="Google Shape;621;p22"/>
              <p:cNvSpPr/>
              <p:nvPr/>
            </p:nvSpPr>
            <p:spPr>
              <a:xfrm>
                <a:off x="1625309" y="394571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2" name="Google Shape;622;p22"/>
              <p:cNvSpPr/>
              <p:nvPr/>
            </p:nvSpPr>
            <p:spPr>
              <a:xfrm>
                <a:off x="1625309" y="40971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3" name="Google Shape;623;p22"/>
              <p:cNvSpPr/>
              <p:nvPr/>
            </p:nvSpPr>
            <p:spPr>
              <a:xfrm>
                <a:off x="1625309" y="424848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4" name="Google Shape;624;p22"/>
              <p:cNvSpPr/>
              <p:nvPr/>
            </p:nvSpPr>
            <p:spPr>
              <a:xfrm>
                <a:off x="1625309" y="439987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5" name="Google Shape;625;p22"/>
              <p:cNvSpPr/>
              <p:nvPr/>
            </p:nvSpPr>
            <p:spPr>
              <a:xfrm>
                <a:off x="1625309" y="455126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6" name="Google Shape;626;p22"/>
              <p:cNvSpPr/>
              <p:nvPr/>
            </p:nvSpPr>
            <p:spPr>
              <a:xfrm>
                <a:off x="1625309" y="470264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7" name="Google Shape;627;p22"/>
              <p:cNvSpPr/>
              <p:nvPr/>
            </p:nvSpPr>
            <p:spPr>
              <a:xfrm>
                <a:off x="1790694" y="37943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8" name="Google Shape;628;p22"/>
              <p:cNvSpPr/>
              <p:nvPr/>
            </p:nvSpPr>
            <p:spPr>
              <a:xfrm>
                <a:off x="1790694" y="39457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9" name="Google Shape;629;p22"/>
              <p:cNvSpPr/>
              <p:nvPr/>
            </p:nvSpPr>
            <p:spPr>
              <a:xfrm>
                <a:off x="1790694" y="4097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0" name="Google Shape;630;p22"/>
              <p:cNvSpPr/>
              <p:nvPr/>
            </p:nvSpPr>
            <p:spPr>
              <a:xfrm>
                <a:off x="1790694" y="42485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1" name="Google Shape;631;p22"/>
              <p:cNvSpPr/>
              <p:nvPr/>
            </p:nvSpPr>
            <p:spPr>
              <a:xfrm>
                <a:off x="1790694" y="43999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2" name="Google Shape;632;p22"/>
              <p:cNvSpPr/>
              <p:nvPr/>
            </p:nvSpPr>
            <p:spPr>
              <a:xfrm>
                <a:off x="1790694" y="45513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3" name="Google Shape;633;p22"/>
              <p:cNvSpPr/>
              <p:nvPr/>
            </p:nvSpPr>
            <p:spPr>
              <a:xfrm>
                <a:off x="1790694" y="47027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4" name="Google Shape;634;p22"/>
              <p:cNvSpPr/>
              <p:nvPr/>
            </p:nvSpPr>
            <p:spPr>
              <a:xfrm>
                <a:off x="1957010" y="37943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5" name="Google Shape;635;p22"/>
              <p:cNvSpPr/>
              <p:nvPr/>
            </p:nvSpPr>
            <p:spPr>
              <a:xfrm>
                <a:off x="1957010" y="39457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6" name="Google Shape;636;p22"/>
              <p:cNvSpPr/>
              <p:nvPr/>
            </p:nvSpPr>
            <p:spPr>
              <a:xfrm>
                <a:off x="1957010" y="4097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7" name="Google Shape;637;p22"/>
              <p:cNvSpPr/>
              <p:nvPr/>
            </p:nvSpPr>
            <p:spPr>
              <a:xfrm>
                <a:off x="1957010" y="42485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8" name="Google Shape;638;p22"/>
              <p:cNvSpPr/>
              <p:nvPr/>
            </p:nvSpPr>
            <p:spPr>
              <a:xfrm>
                <a:off x="1957010" y="43999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9" name="Google Shape;639;p22"/>
              <p:cNvSpPr/>
              <p:nvPr/>
            </p:nvSpPr>
            <p:spPr>
              <a:xfrm>
                <a:off x="1957010" y="45513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0" name="Google Shape;640;p22"/>
              <p:cNvSpPr/>
              <p:nvPr/>
            </p:nvSpPr>
            <p:spPr>
              <a:xfrm>
                <a:off x="1957010" y="47027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1" name="Google Shape;641;p22"/>
            <p:cNvGrpSpPr/>
            <p:nvPr/>
          </p:nvGrpSpPr>
          <p:grpSpPr>
            <a:xfrm>
              <a:off x="333960" y="3088308"/>
              <a:ext cx="386036" cy="961789"/>
              <a:chOff x="8587835" y="106283"/>
              <a:chExt cx="386036" cy="961789"/>
            </a:xfrm>
          </p:grpSpPr>
          <p:sp>
            <p:nvSpPr>
              <p:cNvPr id="642" name="Google Shape;642;p22"/>
              <p:cNvSpPr/>
              <p:nvPr/>
            </p:nvSpPr>
            <p:spPr>
              <a:xfrm>
                <a:off x="8587835" y="10628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3" name="Google Shape;643;p22"/>
              <p:cNvSpPr/>
              <p:nvPr/>
            </p:nvSpPr>
            <p:spPr>
              <a:xfrm>
                <a:off x="8587835" y="25766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4" name="Google Shape;644;p22"/>
              <p:cNvSpPr/>
              <p:nvPr/>
            </p:nvSpPr>
            <p:spPr>
              <a:xfrm>
                <a:off x="8587835" y="40905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5" name="Google Shape;645;p22"/>
              <p:cNvSpPr/>
              <p:nvPr/>
            </p:nvSpPr>
            <p:spPr>
              <a:xfrm>
                <a:off x="8587835" y="56044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6" name="Google Shape;646;p22"/>
              <p:cNvSpPr/>
              <p:nvPr/>
            </p:nvSpPr>
            <p:spPr>
              <a:xfrm>
                <a:off x="8587835" y="7118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7" name="Google Shape;647;p22"/>
              <p:cNvSpPr/>
              <p:nvPr/>
            </p:nvSpPr>
            <p:spPr>
              <a:xfrm>
                <a:off x="8587835" y="86321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8" name="Google Shape;648;p22"/>
              <p:cNvSpPr/>
              <p:nvPr/>
            </p:nvSpPr>
            <p:spPr>
              <a:xfrm>
                <a:off x="8587835" y="10146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9" name="Google Shape;649;p22"/>
              <p:cNvSpPr/>
              <p:nvPr/>
            </p:nvSpPr>
            <p:spPr>
              <a:xfrm>
                <a:off x="8754155" y="10635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0" name="Google Shape;650;p22"/>
              <p:cNvSpPr/>
              <p:nvPr/>
            </p:nvSpPr>
            <p:spPr>
              <a:xfrm>
                <a:off x="8754155" y="25774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1" name="Google Shape;651;p22"/>
              <p:cNvSpPr/>
              <p:nvPr/>
            </p:nvSpPr>
            <p:spPr>
              <a:xfrm>
                <a:off x="8754155" y="40912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2" name="Google Shape;652;p22"/>
              <p:cNvSpPr/>
              <p:nvPr/>
            </p:nvSpPr>
            <p:spPr>
              <a:xfrm>
                <a:off x="8754155" y="56051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3" name="Google Shape;653;p22"/>
              <p:cNvSpPr/>
              <p:nvPr/>
            </p:nvSpPr>
            <p:spPr>
              <a:xfrm>
                <a:off x="8754155" y="71189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4" name="Google Shape;654;p22"/>
              <p:cNvSpPr/>
              <p:nvPr/>
            </p:nvSpPr>
            <p:spPr>
              <a:xfrm>
                <a:off x="8754155" y="86328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5" name="Google Shape;655;p22"/>
              <p:cNvSpPr/>
              <p:nvPr/>
            </p:nvSpPr>
            <p:spPr>
              <a:xfrm>
                <a:off x="8754155" y="101467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6" name="Google Shape;656;p22"/>
              <p:cNvSpPr/>
              <p:nvPr/>
            </p:nvSpPr>
            <p:spPr>
              <a:xfrm>
                <a:off x="8920471" y="10635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7" name="Google Shape;657;p22"/>
              <p:cNvSpPr/>
              <p:nvPr/>
            </p:nvSpPr>
            <p:spPr>
              <a:xfrm>
                <a:off x="8920471" y="25774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8" name="Google Shape;658;p22"/>
              <p:cNvSpPr/>
              <p:nvPr/>
            </p:nvSpPr>
            <p:spPr>
              <a:xfrm>
                <a:off x="8920471" y="40912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9" name="Google Shape;659;p22"/>
              <p:cNvSpPr/>
              <p:nvPr/>
            </p:nvSpPr>
            <p:spPr>
              <a:xfrm>
                <a:off x="8920471" y="56051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0" name="Google Shape;660;p22"/>
              <p:cNvSpPr/>
              <p:nvPr/>
            </p:nvSpPr>
            <p:spPr>
              <a:xfrm>
                <a:off x="8920471" y="71189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1" name="Google Shape;661;p22"/>
              <p:cNvSpPr/>
              <p:nvPr/>
            </p:nvSpPr>
            <p:spPr>
              <a:xfrm>
                <a:off x="8920471" y="86328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2" name="Google Shape;662;p22"/>
              <p:cNvSpPr/>
              <p:nvPr/>
            </p:nvSpPr>
            <p:spPr>
              <a:xfrm>
                <a:off x="8920471" y="101467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663" name="Google Shape;663;p22"/>
          <p:cNvSpPr/>
          <p:nvPr/>
        </p:nvSpPr>
        <p:spPr>
          <a:xfrm>
            <a:off x="2614333" y="5790000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116959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666" name="Google Shape;666;p23"/>
          <p:cNvSpPr txBox="1">
            <a:spLocks noGrp="1"/>
          </p:cNvSpPr>
          <p:nvPr>
            <p:ph type="subTitle" idx="1"/>
          </p:nvPr>
        </p:nvSpPr>
        <p:spPr>
          <a:xfrm>
            <a:off x="6493028" y="2121900"/>
            <a:ext cx="4739200" cy="3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23"/>
          <p:cNvSpPr txBox="1">
            <a:spLocks noGrp="1"/>
          </p:cNvSpPr>
          <p:nvPr>
            <p:ph type="subTitle" idx="2"/>
          </p:nvPr>
        </p:nvSpPr>
        <p:spPr>
          <a:xfrm>
            <a:off x="960133" y="2121900"/>
            <a:ext cx="4739200" cy="3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8" name="Google Shape;668;p23"/>
          <p:cNvGrpSpPr/>
          <p:nvPr/>
        </p:nvGrpSpPr>
        <p:grpSpPr>
          <a:xfrm>
            <a:off x="333865" y="2919733"/>
            <a:ext cx="292960" cy="1282385"/>
            <a:chOff x="8587835" y="106283"/>
            <a:chExt cx="219720" cy="961789"/>
          </a:xfrm>
        </p:grpSpPr>
        <p:sp>
          <p:nvSpPr>
            <p:cNvPr id="669" name="Google Shape;669;p23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3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23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23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3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23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23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23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23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83" name="Google Shape;683;p23"/>
          <p:cNvSpPr/>
          <p:nvPr/>
        </p:nvSpPr>
        <p:spPr>
          <a:xfrm>
            <a:off x="10175033" y="5778667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86403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4"/>
          <p:cNvSpPr/>
          <p:nvPr/>
        </p:nvSpPr>
        <p:spPr>
          <a:xfrm>
            <a:off x="7434400" y="6313333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6" name="Google Shape;686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687" name="Google Shape;687;p24"/>
          <p:cNvSpPr txBox="1">
            <a:spLocks noGrp="1"/>
          </p:cNvSpPr>
          <p:nvPr>
            <p:ph type="body" idx="1"/>
          </p:nvPr>
        </p:nvSpPr>
        <p:spPr>
          <a:xfrm>
            <a:off x="960000" y="1456433"/>
            <a:ext cx="5140400" cy="4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8" name="Google Shape;688;p24"/>
          <p:cNvSpPr txBox="1">
            <a:spLocks noGrp="1"/>
          </p:cNvSpPr>
          <p:nvPr>
            <p:ph type="body" idx="2"/>
          </p:nvPr>
        </p:nvSpPr>
        <p:spPr>
          <a:xfrm>
            <a:off x="6100525" y="1456433"/>
            <a:ext cx="5140400" cy="4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u="sng"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689" name="Google Shape;689;p24"/>
          <p:cNvGrpSpPr/>
          <p:nvPr/>
        </p:nvGrpSpPr>
        <p:grpSpPr>
          <a:xfrm>
            <a:off x="11623999" y="719333"/>
            <a:ext cx="292960" cy="1282385"/>
            <a:chOff x="8587835" y="106283"/>
            <a:chExt cx="219720" cy="961789"/>
          </a:xfrm>
        </p:grpSpPr>
        <p:sp>
          <p:nvSpPr>
            <p:cNvPr id="690" name="Google Shape;690;p24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81791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06" name="Google Shape;706;p25"/>
          <p:cNvSpPr txBox="1">
            <a:spLocks noGrp="1"/>
          </p:cNvSpPr>
          <p:nvPr>
            <p:ph type="subTitle" idx="1"/>
          </p:nvPr>
        </p:nvSpPr>
        <p:spPr>
          <a:xfrm>
            <a:off x="1100539" y="3872703"/>
            <a:ext cx="29900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25"/>
          <p:cNvSpPr txBox="1">
            <a:spLocks noGrp="1"/>
          </p:cNvSpPr>
          <p:nvPr>
            <p:ph type="subTitle" idx="2"/>
          </p:nvPr>
        </p:nvSpPr>
        <p:spPr>
          <a:xfrm>
            <a:off x="4600996" y="3872703"/>
            <a:ext cx="29900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25"/>
          <p:cNvSpPr txBox="1">
            <a:spLocks noGrp="1"/>
          </p:cNvSpPr>
          <p:nvPr>
            <p:ph type="subTitle" idx="3"/>
          </p:nvPr>
        </p:nvSpPr>
        <p:spPr>
          <a:xfrm>
            <a:off x="8101463" y="3872703"/>
            <a:ext cx="29900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5"/>
          <p:cNvSpPr txBox="1">
            <a:spLocks noGrp="1"/>
          </p:cNvSpPr>
          <p:nvPr>
            <p:ph type="subTitle" idx="4"/>
          </p:nvPr>
        </p:nvSpPr>
        <p:spPr>
          <a:xfrm>
            <a:off x="1100537" y="3266600"/>
            <a:ext cx="2990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10" name="Google Shape;710;p25"/>
          <p:cNvSpPr txBox="1">
            <a:spLocks noGrp="1"/>
          </p:cNvSpPr>
          <p:nvPr>
            <p:ph type="subTitle" idx="5"/>
          </p:nvPr>
        </p:nvSpPr>
        <p:spPr>
          <a:xfrm>
            <a:off x="4601000" y="3266600"/>
            <a:ext cx="2990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subTitle" idx="6"/>
          </p:nvPr>
        </p:nvSpPr>
        <p:spPr>
          <a:xfrm>
            <a:off x="8101463" y="3266600"/>
            <a:ext cx="2990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12" name="Google Shape;712;p25"/>
          <p:cNvSpPr/>
          <p:nvPr/>
        </p:nvSpPr>
        <p:spPr>
          <a:xfrm>
            <a:off x="-896133" y="2229200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3" name="Google Shape;713;p25"/>
          <p:cNvGrpSpPr/>
          <p:nvPr/>
        </p:nvGrpSpPr>
        <p:grpSpPr>
          <a:xfrm>
            <a:off x="6819077" y="3618087"/>
            <a:ext cx="5179816" cy="2737752"/>
            <a:chOff x="5114308" y="2713565"/>
            <a:chExt cx="3884862" cy="2053314"/>
          </a:xfrm>
        </p:grpSpPr>
        <p:grpSp>
          <p:nvGrpSpPr>
            <p:cNvPr id="714" name="Google Shape;714;p25"/>
            <p:cNvGrpSpPr/>
            <p:nvPr/>
          </p:nvGrpSpPr>
          <p:grpSpPr>
            <a:xfrm rot="5400000">
              <a:off x="5485343" y="4176124"/>
              <a:ext cx="219720" cy="961789"/>
              <a:chOff x="8587835" y="106283"/>
              <a:chExt cx="219720" cy="961789"/>
            </a:xfrm>
          </p:grpSpPr>
          <p:sp>
            <p:nvSpPr>
              <p:cNvPr id="715" name="Google Shape;715;p25"/>
              <p:cNvSpPr/>
              <p:nvPr/>
            </p:nvSpPr>
            <p:spPr>
              <a:xfrm>
                <a:off x="8587835" y="10628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8587835" y="25766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8587835" y="40905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>
                <a:off x="8587835" y="56044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>
                <a:off x="8587835" y="71182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>
                <a:off x="8587835" y="86321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>
                <a:off x="8587835" y="101460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>
                <a:off x="8754155" y="10635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>
                <a:off x="8754155" y="25774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>
                <a:off x="8754155" y="409126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>
                <a:off x="8754155" y="560513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>
                <a:off x="8754155" y="711899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" name="Google Shape;727;p25"/>
              <p:cNvSpPr/>
              <p:nvPr/>
            </p:nvSpPr>
            <p:spPr>
              <a:xfrm>
                <a:off x="8754155" y="86328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" name="Google Shape;728;p25"/>
              <p:cNvSpPr/>
              <p:nvPr/>
            </p:nvSpPr>
            <p:spPr>
              <a:xfrm>
                <a:off x="8754155" y="101467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29" name="Google Shape;729;p25"/>
            <p:cNvGrpSpPr/>
            <p:nvPr/>
          </p:nvGrpSpPr>
          <p:grpSpPr>
            <a:xfrm>
              <a:off x="8642864" y="2713565"/>
              <a:ext cx="356307" cy="717737"/>
              <a:chOff x="275640" y="3855165"/>
              <a:chExt cx="356307" cy="717737"/>
            </a:xfrm>
          </p:grpSpPr>
          <p:sp>
            <p:nvSpPr>
              <p:cNvPr id="730" name="Google Shape;730;p25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3" name="Google Shape;733;p25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5" name="Google Shape;735;p25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6" name="Google Shape;736;p25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7" name="Google Shape;737;p25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8" name="Google Shape;738;p25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9" name="Google Shape;739;p25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0" name="Google Shape;740;p25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1" name="Google Shape;741;p25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2" name="Google Shape;742;p25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3" name="Google Shape;743;p25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4" name="Google Shape;744;p25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74728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47" name="Google Shape;747;p26"/>
          <p:cNvSpPr txBox="1">
            <a:spLocks noGrp="1"/>
          </p:cNvSpPr>
          <p:nvPr>
            <p:ph type="subTitle" idx="1"/>
          </p:nvPr>
        </p:nvSpPr>
        <p:spPr>
          <a:xfrm>
            <a:off x="2834964" y="24589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26"/>
          <p:cNvSpPr txBox="1">
            <a:spLocks noGrp="1"/>
          </p:cNvSpPr>
          <p:nvPr>
            <p:ph type="subTitle" idx="2"/>
          </p:nvPr>
        </p:nvSpPr>
        <p:spPr>
          <a:xfrm>
            <a:off x="7243903" y="24589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26"/>
          <p:cNvSpPr txBox="1">
            <a:spLocks noGrp="1"/>
          </p:cNvSpPr>
          <p:nvPr>
            <p:ph type="subTitle" idx="3"/>
          </p:nvPr>
        </p:nvSpPr>
        <p:spPr>
          <a:xfrm>
            <a:off x="2834964" y="43701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6"/>
          <p:cNvSpPr txBox="1">
            <a:spLocks noGrp="1"/>
          </p:cNvSpPr>
          <p:nvPr>
            <p:ph type="subTitle" idx="4"/>
          </p:nvPr>
        </p:nvSpPr>
        <p:spPr>
          <a:xfrm>
            <a:off x="7243903" y="43701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26"/>
          <p:cNvSpPr txBox="1">
            <a:spLocks noGrp="1"/>
          </p:cNvSpPr>
          <p:nvPr>
            <p:ph type="subTitle" idx="5"/>
          </p:nvPr>
        </p:nvSpPr>
        <p:spPr>
          <a:xfrm>
            <a:off x="2834964" y="2080800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52" name="Google Shape;752;p26"/>
          <p:cNvSpPr txBox="1">
            <a:spLocks noGrp="1"/>
          </p:cNvSpPr>
          <p:nvPr>
            <p:ph type="subTitle" idx="6"/>
          </p:nvPr>
        </p:nvSpPr>
        <p:spPr>
          <a:xfrm>
            <a:off x="2834964" y="3992100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53" name="Google Shape;753;p26"/>
          <p:cNvSpPr txBox="1">
            <a:spLocks noGrp="1"/>
          </p:cNvSpPr>
          <p:nvPr>
            <p:ph type="subTitle" idx="7"/>
          </p:nvPr>
        </p:nvSpPr>
        <p:spPr>
          <a:xfrm>
            <a:off x="7243897" y="2080800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54" name="Google Shape;754;p26"/>
          <p:cNvSpPr txBox="1">
            <a:spLocks noGrp="1"/>
          </p:cNvSpPr>
          <p:nvPr>
            <p:ph type="subTitle" idx="8"/>
          </p:nvPr>
        </p:nvSpPr>
        <p:spPr>
          <a:xfrm>
            <a:off x="7243897" y="3992100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grpSp>
        <p:nvGrpSpPr>
          <p:cNvPr id="755" name="Google Shape;755;p26"/>
          <p:cNvGrpSpPr/>
          <p:nvPr/>
        </p:nvGrpSpPr>
        <p:grpSpPr>
          <a:xfrm>
            <a:off x="-273966" y="3330101"/>
            <a:ext cx="14078100" cy="4155567"/>
            <a:chOff x="-205475" y="2497575"/>
            <a:chExt cx="10558575" cy="3116675"/>
          </a:xfrm>
        </p:grpSpPr>
        <p:sp>
          <p:nvSpPr>
            <p:cNvPr id="756" name="Google Shape;756;p26"/>
            <p:cNvSpPr/>
            <p:nvPr/>
          </p:nvSpPr>
          <p:spPr>
            <a:xfrm>
              <a:off x="8067100" y="3328250"/>
              <a:ext cx="2286000" cy="2286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-205475" y="2497575"/>
              <a:ext cx="1280400" cy="1280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58" name="Google Shape;758;p26"/>
          <p:cNvGrpSpPr/>
          <p:nvPr/>
        </p:nvGrpSpPr>
        <p:grpSpPr>
          <a:xfrm>
            <a:off x="3087601" y="1507654"/>
            <a:ext cx="8439760" cy="4857748"/>
            <a:chOff x="2315701" y="1130740"/>
            <a:chExt cx="6329820" cy="3643311"/>
          </a:xfrm>
        </p:grpSpPr>
        <p:grpSp>
          <p:nvGrpSpPr>
            <p:cNvPr id="759" name="Google Shape;759;p26"/>
            <p:cNvGrpSpPr/>
            <p:nvPr/>
          </p:nvGrpSpPr>
          <p:grpSpPr>
            <a:xfrm>
              <a:off x="8289214" y="1130740"/>
              <a:ext cx="356307" cy="717737"/>
              <a:chOff x="275640" y="3855165"/>
              <a:chExt cx="356307" cy="717737"/>
            </a:xfrm>
          </p:grpSpPr>
          <p:sp>
            <p:nvSpPr>
              <p:cNvPr id="760" name="Google Shape;760;p26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1" name="Google Shape;761;p26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2" name="Google Shape;762;p26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3" name="Google Shape;763;p26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4" name="Google Shape;764;p26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5" name="Google Shape;765;p26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6" name="Google Shape;766;p26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7" name="Google Shape;767;p26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8" name="Google Shape;768;p26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9" name="Google Shape;769;p26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0" name="Google Shape;770;p26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1" name="Google Shape;771;p26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2" name="Google Shape;772;p26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3" name="Google Shape;773;p26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4" name="Google Shape;774;p26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75" name="Google Shape;775;p26"/>
            <p:cNvGrpSpPr/>
            <p:nvPr/>
          </p:nvGrpSpPr>
          <p:grpSpPr>
            <a:xfrm rot="5400000">
              <a:off x="2769860" y="4266492"/>
              <a:ext cx="53400" cy="961718"/>
              <a:chOff x="421310" y="2045092"/>
              <a:chExt cx="53400" cy="961718"/>
            </a:xfrm>
          </p:grpSpPr>
          <p:sp>
            <p:nvSpPr>
              <p:cNvPr id="776" name="Google Shape;776;p26"/>
              <p:cNvSpPr/>
              <p:nvPr/>
            </p:nvSpPr>
            <p:spPr>
              <a:xfrm>
                <a:off x="421310" y="20450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7" name="Google Shape;777;p26"/>
              <p:cNvSpPr/>
              <p:nvPr/>
            </p:nvSpPr>
            <p:spPr>
              <a:xfrm>
                <a:off x="421310" y="21964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8" name="Google Shape;778;p26"/>
              <p:cNvSpPr/>
              <p:nvPr/>
            </p:nvSpPr>
            <p:spPr>
              <a:xfrm>
                <a:off x="421310" y="23478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9" name="Google Shape;779;p26"/>
              <p:cNvSpPr/>
              <p:nvPr/>
            </p:nvSpPr>
            <p:spPr>
              <a:xfrm>
                <a:off x="421310" y="24992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0" name="Google Shape;780;p26"/>
              <p:cNvSpPr/>
              <p:nvPr/>
            </p:nvSpPr>
            <p:spPr>
              <a:xfrm>
                <a:off x="421310" y="26506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1" name="Google Shape;781;p26"/>
              <p:cNvSpPr/>
              <p:nvPr/>
            </p:nvSpPr>
            <p:spPr>
              <a:xfrm>
                <a:off x="421310" y="28020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2" name="Google Shape;782;p26"/>
              <p:cNvSpPr/>
              <p:nvPr/>
            </p:nvSpPr>
            <p:spPr>
              <a:xfrm>
                <a:off x="421310" y="29534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2523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85" name="Google Shape;785;p27"/>
          <p:cNvSpPr txBox="1">
            <a:spLocks noGrp="1"/>
          </p:cNvSpPr>
          <p:nvPr>
            <p:ph type="subTitle" idx="1"/>
          </p:nvPr>
        </p:nvSpPr>
        <p:spPr>
          <a:xfrm>
            <a:off x="3125433" y="2285160"/>
            <a:ext cx="26480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6" name="Google Shape;786;p27"/>
          <p:cNvSpPr txBox="1">
            <a:spLocks noGrp="1"/>
          </p:cNvSpPr>
          <p:nvPr>
            <p:ph type="subTitle" idx="2"/>
          </p:nvPr>
        </p:nvSpPr>
        <p:spPr>
          <a:xfrm>
            <a:off x="6418564" y="2285160"/>
            <a:ext cx="26480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7" name="Google Shape;787;p27"/>
          <p:cNvSpPr txBox="1">
            <a:spLocks noGrp="1"/>
          </p:cNvSpPr>
          <p:nvPr>
            <p:ph type="subTitle" idx="3"/>
          </p:nvPr>
        </p:nvSpPr>
        <p:spPr>
          <a:xfrm>
            <a:off x="1478867" y="4399561"/>
            <a:ext cx="26480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p27"/>
          <p:cNvSpPr txBox="1">
            <a:spLocks noGrp="1"/>
          </p:cNvSpPr>
          <p:nvPr>
            <p:ph type="subTitle" idx="4"/>
          </p:nvPr>
        </p:nvSpPr>
        <p:spPr>
          <a:xfrm>
            <a:off x="4771997" y="4399561"/>
            <a:ext cx="26480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27"/>
          <p:cNvSpPr txBox="1">
            <a:spLocks noGrp="1"/>
          </p:cNvSpPr>
          <p:nvPr>
            <p:ph type="subTitle" idx="5"/>
          </p:nvPr>
        </p:nvSpPr>
        <p:spPr>
          <a:xfrm>
            <a:off x="8065129" y="4399561"/>
            <a:ext cx="26480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0" name="Google Shape;790;p27"/>
          <p:cNvSpPr txBox="1">
            <a:spLocks noGrp="1"/>
          </p:cNvSpPr>
          <p:nvPr>
            <p:ph type="subTitle" idx="6"/>
          </p:nvPr>
        </p:nvSpPr>
        <p:spPr>
          <a:xfrm>
            <a:off x="3130637" y="1936517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91" name="Google Shape;791;p27"/>
          <p:cNvSpPr txBox="1">
            <a:spLocks noGrp="1"/>
          </p:cNvSpPr>
          <p:nvPr>
            <p:ph type="subTitle" idx="7"/>
          </p:nvPr>
        </p:nvSpPr>
        <p:spPr>
          <a:xfrm>
            <a:off x="6423763" y="1936517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subTitle" idx="8"/>
          </p:nvPr>
        </p:nvSpPr>
        <p:spPr>
          <a:xfrm>
            <a:off x="1484073" y="4049400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93" name="Google Shape;793;p27"/>
          <p:cNvSpPr txBox="1">
            <a:spLocks noGrp="1"/>
          </p:cNvSpPr>
          <p:nvPr>
            <p:ph type="subTitle" idx="9"/>
          </p:nvPr>
        </p:nvSpPr>
        <p:spPr>
          <a:xfrm>
            <a:off x="4777200" y="4049400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94" name="Google Shape;794;p27"/>
          <p:cNvSpPr txBox="1">
            <a:spLocks noGrp="1"/>
          </p:cNvSpPr>
          <p:nvPr>
            <p:ph type="subTitle" idx="13"/>
          </p:nvPr>
        </p:nvSpPr>
        <p:spPr>
          <a:xfrm>
            <a:off x="8070327" y="4049400"/>
            <a:ext cx="263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3200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grpSp>
        <p:nvGrpSpPr>
          <p:cNvPr id="795" name="Google Shape;795;p27"/>
          <p:cNvGrpSpPr/>
          <p:nvPr/>
        </p:nvGrpSpPr>
        <p:grpSpPr>
          <a:xfrm>
            <a:off x="-2088000" y="1223200"/>
            <a:ext cx="15027200" cy="3971733"/>
            <a:chOff x="-1566000" y="917400"/>
            <a:chExt cx="11270400" cy="2978800"/>
          </a:xfrm>
        </p:grpSpPr>
        <p:sp>
          <p:nvSpPr>
            <p:cNvPr id="796" name="Google Shape;796;p27"/>
            <p:cNvSpPr/>
            <p:nvPr/>
          </p:nvSpPr>
          <p:spPr>
            <a:xfrm>
              <a:off x="-1566000" y="1610200"/>
              <a:ext cx="2286000" cy="2286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8424000" y="917400"/>
              <a:ext cx="1280400" cy="1280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98" name="Google Shape;798;p27"/>
          <p:cNvGrpSpPr/>
          <p:nvPr/>
        </p:nvGrpSpPr>
        <p:grpSpPr>
          <a:xfrm>
            <a:off x="7329602" y="393769"/>
            <a:ext cx="3059413" cy="6102881"/>
            <a:chOff x="5497201" y="295326"/>
            <a:chExt cx="2294560" cy="4577161"/>
          </a:xfrm>
        </p:grpSpPr>
        <p:grpSp>
          <p:nvGrpSpPr>
            <p:cNvPr id="799" name="Google Shape;799;p27"/>
            <p:cNvGrpSpPr/>
            <p:nvPr/>
          </p:nvGrpSpPr>
          <p:grpSpPr>
            <a:xfrm rot="5400000">
              <a:off x="7254739" y="4335465"/>
              <a:ext cx="356307" cy="717737"/>
              <a:chOff x="275640" y="3855165"/>
              <a:chExt cx="356307" cy="717737"/>
            </a:xfrm>
          </p:grpSpPr>
          <p:sp>
            <p:nvSpPr>
              <p:cNvPr id="800" name="Google Shape;800;p27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27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27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27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27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27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27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27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27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9" name="Google Shape;809;p27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0" name="Google Shape;810;p27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1" name="Google Shape;811;p27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2" name="Google Shape;812;p27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3" name="Google Shape;813;p27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4" name="Google Shape;814;p27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15" name="Google Shape;815;p27"/>
            <p:cNvGrpSpPr/>
            <p:nvPr/>
          </p:nvGrpSpPr>
          <p:grpSpPr>
            <a:xfrm rot="5400000">
              <a:off x="5951360" y="-158833"/>
              <a:ext cx="53400" cy="961718"/>
              <a:chOff x="421310" y="2045092"/>
              <a:chExt cx="53400" cy="961718"/>
            </a:xfrm>
          </p:grpSpPr>
          <p:sp>
            <p:nvSpPr>
              <p:cNvPr id="816" name="Google Shape;816;p27"/>
              <p:cNvSpPr/>
              <p:nvPr/>
            </p:nvSpPr>
            <p:spPr>
              <a:xfrm>
                <a:off x="421310" y="20450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7" name="Google Shape;817;p27"/>
              <p:cNvSpPr/>
              <p:nvPr/>
            </p:nvSpPr>
            <p:spPr>
              <a:xfrm>
                <a:off x="421310" y="21964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8" name="Google Shape;818;p27"/>
              <p:cNvSpPr/>
              <p:nvPr/>
            </p:nvSpPr>
            <p:spPr>
              <a:xfrm>
                <a:off x="421310" y="23478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9" name="Google Shape;819;p27"/>
              <p:cNvSpPr/>
              <p:nvPr/>
            </p:nvSpPr>
            <p:spPr>
              <a:xfrm>
                <a:off x="421310" y="24992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0" name="Google Shape;820;p27"/>
              <p:cNvSpPr/>
              <p:nvPr/>
            </p:nvSpPr>
            <p:spPr>
              <a:xfrm>
                <a:off x="421310" y="26506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1" name="Google Shape;821;p27"/>
              <p:cNvSpPr/>
              <p:nvPr/>
            </p:nvSpPr>
            <p:spPr>
              <a:xfrm>
                <a:off x="421310" y="28020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2" name="Google Shape;822;p27"/>
              <p:cNvSpPr/>
              <p:nvPr/>
            </p:nvSpPr>
            <p:spPr>
              <a:xfrm>
                <a:off x="421310" y="29534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31368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9"/>
          <p:cNvSpPr txBox="1">
            <a:spLocks noGrp="1"/>
          </p:cNvSpPr>
          <p:nvPr>
            <p:ph type="title" hasCustomPrompt="1"/>
          </p:nvPr>
        </p:nvSpPr>
        <p:spPr>
          <a:xfrm>
            <a:off x="1957800" y="893633"/>
            <a:ext cx="8276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855" name="Google Shape;855;p29"/>
          <p:cNvSpPr txBox="1">
            <a:spLocks noGrp="1"/>
          </p:cNvSpPr>
          <p:nvPr>
            <p:ph type="subTitle" idx="1"/>
          </p:nvPr>
        </p:nvSpPr>
        <p:spPr>
          <a:xfrm>
            <a:off x="1957800" y="1904300"/>
            <a:ext cx="8276400" cy="524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6" name="Google Shape;856;p29"/>
          <p:cNvSpPr txBox="1">
            <a:spLocks noGrp="1"/>
          </p:cNvSpPr>
          <p:nvPr>
            <p:ph type="title" idx="2" hasCustomPrompt="1"/>
          </p:nvPr>
        </p:nvSpPr>
        <p:spPr>
          <a:xfrm>
            <a:off x="1957800" y="2623905"/>
            <a:ext cx="8276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857" name="Google Shape;857;p29"/>
          <p:cNvSpPr txBox="1">
            <a:spLocks noGrp="1"/>
          </p:cNvSpPr>
          <p:nvPr>
            <p:ph type="subTitle" idx="3"/>
          </p:nvPr>
        </p:nvSpPr>
        <p:spPr>
          <a:xfrm>
            <a:off x="1957800" y="3638000"/>
            <a:ext cx="8276400" cy="524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8" name="Google Shape;858;p29"/>
          <p:cNvSpPr txBox="1">
            <a:spLocks noGrp="1"/>
          </p:cNvSpPr>
          <p:nvPr>
            <p:ph type="title" idx="4" hasCustomPrompt="1"/>
          </p:nvPr>
        </p:nvSpPr>
        <p:spPr>
          <a:xfrm>
            <a:off x="1957800" y="4354179"/>
            <a:ext cx="8276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ichroma"/>
              <a:buNone/>
              <a:defRPr sz="80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t>xx%</a:t>
            </a:r>
          </a:p>
        </p:txBody>
      </p:sp>
      <p:sp>
        <p:nvSpPr>
          <p:cNvPr id="859" name="Google Shape;859;p29"/>
          <p:cNvSpPr txBox="1">
            <a:spLocks noGrp="1"/>
          </p:cNvSpPr>
          <p:nvPr>
            <p:ph type="subTitle" idx="5"/>
          </p:nvPr>
        </p:nvSpPr>
        <p:spPr>
          <a:xfrm>
            <a:off x="1957800" y="5371701"/>
            <a:ext cx="8276400" cy="524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860" name="Google Shape;860;p29"/>
          <p:cNvGrpSpPr/>
          <p:nvPr/>
        </p:nvGrpSpPr>
        <p:grpSpPr>
          <a:xfrm>
            <a:off x="475886" y="1124387"/>
            <a:ext cx="10800761" cy="4972827"/>
            <a:chOff x="356914" y="843290"/>
            <a:chExt cx="8100571" cy="3729620"/>
          </a:xfrm>
        </p:grpSpPr>
        <p:grpSp>
          <p:nvGrpSpPr>
            <p:cNvPr id="861" name="Google Shape;861;p29"/>
            <p:cNvGrpSpPr/>
            <p:nvPr/>
          </p:nvGrpSpPr>
          <p:grpSpPr>
            <a:xfrm>
              <a:off x="356914" y="843290"/>
              <a:ext cx="356307" cy="717737"/>
              <a:chOff x="275640" y="3855165"/>
              <a:chExt cx="356307" cy="717737"/>
            </a:xfrm>
          </p:grpSpPr>
          <p:sp>
            <p:nvSpPr>
              <p:cNvPr id="862" name="Google Shape;862;p29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3" name="Google Shape;863;p29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4" name="Google Shape;864;p29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5" name="Google Shape;865;p29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6" name="Google Shape;866;p29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7" name="Google Shape;867;p29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8" name="Google Shape;868;p29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9" name="Google Shape;869;p29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0" name="Google Shape;870;p29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1" name="Google Shape;871;p29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2" name="Google Shape;872;p29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3" name="Google Shape;873;p29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4" name="Google Shape;874;p29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5" name="Google Shape;875;p29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6" name="Google Shape;876;p29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77" name="Google Shape;877;p29"/>
            <p:cNvGrpSpPr/>
            <p:nvPr/>
          </p:nvGrpSpPr>
          <p:grpSpPr>
            <a:xfrm>
              <a:off x="8404085" y="3611192"/>
              <a:ext cx="53400" cy="961718"/>
              <a:chOff x="421310" y="2045092"/>
              <a:chExt cx="53400" cy="961718"/>
            </a:xfrm>
          </p:grpSpPr>
          <p:sp>
            <p:nvSpPr>
              <p:cNvPr id="878" name="Google Shape;878;p29"/>
              <p:cNvSpPr/>
              <p:nvPr/>
            </p:nvSpPr>
            <p:spPr>
              <a:xfrm>
                <a:off x="421310" y="20450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9" name="Google Shape;879;p29"/>
              <p:cNvSpPr/>
              <p:nvPr/>
            </p:nvSpPr>
            <p:spPr>
              <a:xfrm>
                <a:off x="421310" y="21964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0" name="Google Shape;880;p29"/>
              <p:cNvSpPr/>
              <p:nvPr/>
            </p:nvSpPr>
            <p:spPr>
              <a:xfrm>
                <a:off x="421310" y="23478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1" name="Google Shape;881;p29"/>
              <p:cNvSpPr/>
              <p:nvPr/>
            </p:nvSpPr>
            <p:spPr>
              <a:xfrm>
                <a:off x="421310" y="24992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2" name="Google Shape;882;p29"/>
              <p:cNvSpPr/>
              <p:nvPr/>
            </p:nvSpPr>
            <p:spPr>
              <a:xfrm>
                <a:off x="421310" y="26506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3" name="Google Shape;883;p29"/>
              <p:cNvSpPr/>
              <p:nvPr/>
            </p:nvSpPr>
            <p:spPr>
              <a:xfrm>
                <a:off x="421310" y="28020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4" name="Google Shape;884;p29"/>
              <p:cNvSpPr/>
              <p:nvPr/>
            </p:nvSpPr>
            <p:spPr>
              <a:xfrm>
                <a:off x="421310" y="29534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07334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0"/>
          <p:cNvSpPr txBox="1">
            <a:spLocks noGrp="1"/>
          </p:cNvSpPr>
          <p:nvPr>
            <p:ph type="title"/>
          </p:nvPr>
        </p:nvSpPr>
        <p:spPr>
          <a:xfrm>
            <a:off x="951031" y="719333"/>
            <a:ext cx="5836400" cy="16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ichroma"/>
              <a:buNone/>
              <a:defRPr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subTitle" idx="1"/>
          </p:nvPr>
        </p:nvSpPr>
        <p:spPr>
          <a:xfrm>
            <a:off x="950965" y="2230899"/>
            <a:ext cx="58364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8" name="Google Shape;888;p30"/>
          <p:cNvSpPr txBox="1"/>
          <p:nvPr/>
        </p:nvSpPr>
        <p:spPr>
          <a:xfrm>
            <a:off x="950967" y="4628833"/>
            <a:ext cx="5015200" cy="10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6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9" name="Google Shape;889;p30"/>
          <p:cNvSpPr>
            <a:spLocks noGrp="1"/>
          </p:cNvSpPr>
          <p:nvPr>
            <p:ph type="pic" idx="2"/>
          </p:nvPr>
        </p:nvSpPr>
        <p:spPr>
          <a:xfrm>
            <a:off x="8247048" y="1005423"/>
            <a:ext cx="3197200" cy="3998800"/>
          </a:xfrm>
          <a:prstGeom prst="rect">
            <a:avLst/>
          </a:prstGeom>
          <a:noFill/>
          <a:ln>
            <a:noFill/>
          </a:ln>
        </p:spPr>
      </p:sp>
      <p:sp>
        <p:nvSpPr>
          <p:cNvPr id="890" name="Google Shape;890;p30"/>
          <p:cNvSpPr>
            <a:spLocks noGrp="1"/>
          </p:cNvSpPr>
          <p:nvPr>
            <p:ph type="pic" idx="3"/>
          </p:nvPr>
        </p:nvSpPr>
        <p:spPr>
          <a:xfrm>
            <a:off x="6952033" y="3806567"/>
            <a:ext cx="2116800" cy="224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891" name="Google Shape;891;p30"/>
          <p:cNvGrpSpPr/>
          <p:nvPr/>
        </p:nvGrpSpPr>
        <p:grpSpPr>
          <a:xfrm>
            <a:off x="-534390" y="1393977"/>
            <a:ext cx="1178737" cy="1282471"/>
            <a:chOff x="1126357" y="3794258"/>
            <a:chExt cx="884053" cy="961853"/>
          </a:xfrm>
        </p:grpSpPr>
        <p:sp>
          <p:nvSpPr>
            <p:cNvPr id="892" name="Google Shape;892;p30"/>
            <p:cNvSpPr/>
            <p:nvPr/>
          </p:nvSpPr>
          <p:spPr>
            <a:xfrm>
              <a:off x="1126357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1126357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1126357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1126357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1126357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1126357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1126357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1292673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1292673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1292673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1292673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1292673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1292673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1292673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1458993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1458993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1458993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1458993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1458993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1458993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1458993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1625309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1625309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1625309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1625309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1625309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1625309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1625309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1790694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1790694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1790694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1790694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1790694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1790694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1790694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1957010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1957010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1957010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1957010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1957010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1957010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1957010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4" name="Google Shape;934;p30"/>
          <p:cNvSpPr/>
          <p:nvPr/>
        </p:nvSpPr>
        <p:spPr>
          <a:xfrm>
            <a:off x="10941367" y="5620300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838231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>
            <a:spLocks noGrp="1"/>
          </p:cNvSpPr>
          <p:nvPr>
            <p:ph type="pic" idx="2"/>
          </p:nvPr>
        </p:nvSpPr>
        <p:spPr>
          <a:xfrm>
            <a:off x="3194356" y="1523900"/>
            <a:ext cx="2651200" cy="39724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31"/>
          <p:cNvSpPr>
            <a:spLocks noGrp="1"/>
          </p:cNvSpPr>
          <p:nvPr>
            <p:ph type="pic" idx="3"/>
          </p:nvPr>
        </p:nvSpPr>
        <p:spPr>
          <a:xfrm>
            <a:off x="1409933" y="3617267"/>
            <a:ext cx="2116800" cy="224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8" name="Google Shape;938;p31"/>
          <p:cNvSpPr/>
          <p:nvPr/>
        </p:nvSpPr>
        <p:spPr>
          <a:xfrm>
            <a:off x="-401800" y="-253000"/>
            <a:ext cx="1707200" cy="170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39" name="Google Shape;939;p31"/>
          <p:cNvGrpSpPr/>
          <p:nvPr/>
        </p:nvGrpSpPr>
        <p:grpSpPr>
          <a:xfrm rot="5400000">
            <a:off x="10938991" y="5497484"/>
            <a:ext cx="292960" cy="1282385"/>
            <a:chOff x="8587835" y="106283"/>
            <a:chExt cx="219720" cy="961789"/>
          </a:xfrm>
        </p:grpSpPr>
        <p:sp>
          <p:nvSpPr>
            <p:cNvPr id="940" name="Google Shape;940;p31"/>
            <p:cNvSpPr/>
            <p:nvPr/>
          </p:nvSpPr>
          <p:spPr>
            <a:xfrm>
              <a:off x="8587835" y="10628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8587835" y="25766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8587835" y="40905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8587835" y="56044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8587835" y="7118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8587835" y="86321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8587835" y="10146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8754155" y="10635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8754155" y="25774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8754155" y="40912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8754155" y="56051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8754155" y="71189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8754155" y="86328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8754155" y="101467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44336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2"/>
          <p:cNvSpPr>
            <a:spLocks noGrp="1"/>
          </p:cNvSpPr>
          <p:nvPr>
            <p:ph type="pic" idx="2"/>
          </p:nvPr>
        </p:nvSpPr>
        <p:spPr>
          <a:xfrm>
            <a:off x="8017669" y="2620431"/>
            <a:ext cx="2585200" cy="3233600"/>
          </a:xfrm>
          <a:prstGeom prst="rect">
            <a:avLst/>
          </a:prstGeom>
          <a:noFill/>
          <a:ln>
            <a:noFill/>
          </a:ln>
        </p:spPr>
      </p:sp>
      <p:sp>
        <p:nvSpPr>
          <p:cNvPr id="956" name="Google Shape;956;p32"/>
          <p:cNvSpPr>
            <a:spLocks noGrp="1"/>
          </p:cNvSpPr>
          <p:nvPr>
            <p:ph type="pic" idx="3"/>
          </p:nvPr>
        </p:nvSpPr>
        <p:spPr>
          <a:xfrm>
            <a:off x="9462633" y="1003971"/>
            <a:ext cx="1778400" cy="1889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957" name="Google Shape;957;p32"/>
          <p:cNvGrpSpPr/>
          <p:nvPr/>
        </p:nvGrpSpPr>
        <p:grpSpPr>
          <a:xfrm>
            <a:off x="388219" y="683735"/>
            <a:ext cx="2963575" cy="5132135"/>
            <a:chOff x="291164" y="512801"/>
            <a:chExt cx="2222681" cy="3849101"/>
          </a:xfrm>
        </p:grpSpPr>
        <p:grpSp>
          <p:nvGrpSpPr>
            <p:cNvPr id="958" name="Google Shape;958;p32"/>
            <p:cNvGrpSpPr/>
            <p:nvPr/>
          </p:nvGrpSpPr>
          <p:grpSpPr>
            <a:xfrm>
              <a:off x="291164" y="3644165"/>
              <a:ext cx="356307" cy="717737"/>
              <a:chOff x="275640" y="3855165"/>
              <a:chExt cx="356307" cy="717737"/>
            </a:xfrm>
          </p:grpSpPr>
          <p:sp>
            <p:nvSpPr>
              <p:cNvPr id="959" name="Google Shape;959;p32"/>
              <p:cNvSpPr/>
              <p:nvPr/>
            </p:nvSpPr>
            <p:spPr>
              <a:xfrm rot="5400000">
                <a:off x="578547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0" name="Google Shape;960;p32"/>
              <p:cNvSpPr/>
              <p:nvPr/>
            </p:nvSpPr>
            <p:spPr>
              <a:xfrm rot="5400000">
                <a:off x="427161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1" name="Google Shape;961;p32"/>
              <p:cNvSpPr/>
              <p:nvPr/>
            </p:nvSpPr>
            <p:spPr>
              <a:xfrm rot="5400000">
                <a:off x="275774" y="38551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2" name="Google Shape;962;p32"/>
              <p:cNvSpPr/>
              <p:nvPr/>
            </p:nvSpPr>
            <p:spPr>
              <a:xfrm rot="5400000">
                <a:off x="578547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3" name="Google Shape;963;p32"/>
              <p:cNvSpPr/>
              <p:nvPr/>
            </p:nvSpPr>
            <p:spPr>
              <a:xfrm rot="5400000">
                <a:off x="427161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4" name="Google Shape;964;p32"/>
              <p:cNvSpPr/>
              <p:nvPr/>
            </p:nvSpPr>
            <p:spPr>
              <a:xfrm rot="5400000">
                <a:off x="275774" y="402148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5" name="Google Shape;965;p32"/>
              <p:cNvSpPr/>
              <p:nvPr/>
            </p:nvSpPr>
            <p:spPr>
              <a:xfrm rot="5400000">
                <a:off x="578476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6" name="Google Shape;966;p32"/>
              <p:cNvSpPr/>
              <p:nvPr/>
            </p:nvSpPr>
            <p:spPr>
              <a:xfrm rot="5400000">
                <a:off x="427090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7" name="Google Shape;967;p32"/>
              <p:cNvSpPr/>
              <p:nvPr/>
            </p:nvSpPr>
            <p:spPr>
              <a:xfrm rot="5400000">
                <a:off x="275704" y="41878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8" name="Google Shape;968;p32"/>
              <p:cNvSpPr/>
              <p:nvPr/>
            </p:nvSpPr>
            <p:spPr>
              <a:xfrm rot="5400000">
                <a:off x="578476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9" name="Google Shape;969;p32"/>
              <p:cNvSpPr/>
              <p:nvPr/>
            </p:nvSpPr>
            <p:spPr>
              <a:xfrm rot="5400000">
                <a:off x="427090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0" name="Google Shape;970;p32"/>
              <p:cNvSpPr/>
              <p:nvPr/>
            </p:nvSpPr>
            <p:spPr>
              <a:xfrm rot="5400000">
                <a:off x="275704" y="435411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1" name="Google Shape;971;p32"/>
              <p:cNvSpPr/>
              <p:nvPr/>
            </p:nvSpPr>
            <p:spPr>
              <a:xfrm rot="5400000">
                <a:off x="578413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2" name="Google Shape;972;p32"/>
              <p:cNvSpPr/>
              <p:nvPr/>
            </p:nvSpPr>
            <p:spPr>
              <a:xfrm rot="5400000">
                <a:off x="427026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3" name="Google Shape;973;p32"/>
              <p:cNvSpPr/>
              <p:nvPr/>
            </p:nvSpPr>
            <p:spPr>
              <a:xfrm rot="5400000">
                <a:off x="275640" y="451950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74" name="Google Shape;974;p32"/>
            <p:cNvGrpSpPr/>
            <p:nvPr/>
          </p:nvGrpSpPr>
          <p:grpSpPr>
            <a:xfrm rot="5400000">
              <a:off x="2006285" y="58642"/>
              <a:ext cx="53400" cy="961718"/>
              <a:chOff x="421310" y="2045092"/>
              <a:chExt cx="53400" cy="961718"/>
            </a:xfrm>
          </p:grpSpPr>
          <p:sp>
            <p:nvSpPr>
              <p:cNvPr id="975" name="Google Shape;975;p32"/>
              <p:cNvSpPr/>
              <p:nvPr/>
            </p:nvSpPr>
            <p:spPr>
              <a:xfrm>
                <a:off x="421310" y="2045092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6" name="Google Shape;976;p32"/>
              <p:cNvSpPr/>
              <p:nvPr/>
            </p:nvSpPr>
            <p:spPr>
              <a:xfrm>
                <a:off x="421310" y="2196478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7" name="Google Shape;977;p32"/>
              <p:cNvSpPr/>
              <p:nvPr/>
            </p:nvSpPr>
            <p:spPr>
              <a:xfrm>
                <a:off x="421310" y="2347865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8" name="Google Shape;978;p32"/>
              <p:cNvSpPr/>
              <p:nvPr/>
            </p:nvSpPr>
            <p:spPr>
              <a:xfrm>
                <a:off x="421310" y="2499251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9" name="Google Shape;979;p32"/>
              <p:cNvSpPr/>
              <p:nvPr/>
            </p:nvSpPr>
            <p:spPr>
              <a:xfrm>
                <a:off x="421310" y="2650637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0" name="Google Shape;980;p32"/>
              <p:cNvSpPr/>
              <p:nvPr/>
            </p:nvSpPr>
            <p:spPr>
              <a:xfrm>
                <a:off x="421310" y="2802024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1" name="Google Shape;981;p32"/>
              <p:cNvSpPr/>
              <p:nvPr/>
            </p:nvSpPr>
            <p:spPr>
              <a:xfrm>
                <a:off x="421310" y="2953410"/>
                <a:ext cx="53400" cy="534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900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chroma"/>
              <a:buNone/>
              <a:defRPr sz="35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185651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8" r:id="rId27"/>
    <p:sldLayoutId id="2147483679" r:id="rId28"/>
    <p:sldLayoutId id="2147483680" r:id="rId29"/>
    <p:sldLayoutId id="2147483681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3"/>
          <p:cNvSpPr/>
          <p:nvPr/>
        </p:nvSpPr>
        <p:spPr>
          <a:xfrm>
            <a:off x="-655067" y="-387700"/>
            <a:ext cx="3048000" cy="304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Michroma"/>
              <a:ea typeface="Meiryo" panose="020B0604030504040204" pitchFamily="34" charset="-128"/>
            </a:endParaRPr>
          </a:p>
        </p:txBody>
      </p:sp>
      <p:grpSp>
        <p:nvGrpSpPr>
          <p:cNvPr id="987" name="Google Shape;987;p33"/>
          <p:cNvGrpSpPr/>
          <p:nvPr/>
        </p:nvGrpSpPr>
        <p:grpSpPr>
          <a:xfrm>
            <a:off x="1501810" y="5059011"/>
            <a:ext cx="1178601" cy="1282335"/>
            <a:chOff x="1126357" y="3794258"/>
            <a:chExt cx="883951" cy="961751"/>
          </a:xfrm>
        </p:grpSpPr>
        <p:sp>
          <p:nvSpPr>
            <p:cNvPr id="988" name="Google Shape;988;p33"/>
            <p:cNvSpPr/>
            <p:nvPr/>
          </p:nvSpPr>
          <p:spPr>
            <a:xfrm>
              <a:off x="1126357" y="379425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1126357" y="3945644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1126357" y="4097030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1126357" y="4248417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1126357" y="4399803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1126357" y="4551189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1126357" y="4702576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5" name="Google Shape;995;p33"/>
            <p:cNvSpPr/>
            <p:nvPr/>
          </p:nvSpPr>
          <p:spPr>
            <a:xfrm>
              <a:off x="1292673" y="379425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1292673" y="3945644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7" name="Google Shape;997;p33"/>
            <p:cNvSpPr/>
            <p:nvPr/>
          </p:nvSpPr>
          <p:spPr>
            <a:xfrm>
              <a:off x="1292673" y="4097030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1292673" y="4248417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1292673" y="4399803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0" name="Google Shape;1000;p33"/>
            <p:cNvSpPr/>
            <p:nvPr/>
          </p:nvSpPr>
          <p:spPr>
            <a:xfrm>
              <a:off x="1292673" y="4551189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1" name="Google Shape;1001;p33"/>
            <p:cNvSpPr/>
            <p:nvPr/>
          </p:nvSpPr>
          <p:spPr>
            <a:xfrm>
              <a:off x="1292673" y="4702576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2" name="Google Shape;1002;p33"/>
            <p:cNvSpPr/>
            <p:nvPr/>
          </p:nvSpPr>
          <p:spPr>
            <a:xfrm>
              <a:off x="1458993" y="379432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1458993" y="3945715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1458993" y="4097101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1458993" y="424848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1458993" y="4399874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1458993" y="4551260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1458993" y="4702647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1625309" y="379432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1625309" y="3945715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1625309" y="4097101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2" name="Google Shape;1012;p33"/>
            <p:cNvSpPr/>
            <p:nvPr/>
          </p:nvSpPr>
          <p:spPr>
            <a:xfrm>
              <a:off x="1625309" y="424848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1625309" y="4399874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1625309" y="4551260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1625309" y="4702647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1790694" y="3794392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1790694" y="394577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1790694" y="4097165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1790694" y="4248551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1790694" y="4399937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1790694" y="4551324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1790694" y="4702710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1957010" y="3794392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1957010" y="3945778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1957010" y="4097165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1957010" y="4248551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1957010" y="4399937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1957010" y="4551324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1957010" y="4702710"/>
              <a:ext cx="53298" cy="53298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</p:grpSp>
      <p:sp>
        <p:nvSpPr>
          <p:cNvPr id="1030" name="Google Shape;1030;p3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4000" dirty="0">
                <a:ea typeface="Meiryo" panose="020B0604030504040204" pitchFamily="34" charset="-128"/>
              </a:rPr>
              <a:t>Security Analysis Briefing</a:t>
            </a:r>
          </a:p>
        </p:txBody>
      </p:sp>
      <p:sp>
        <p:nvSpPr>
          <p:cNvPr id="1031" name="Google Shape;1031;p33"/>
          <p:cNvSpPr txBox="1">
            <a:spLocks noGrp="1"/>
          </p:cNvSpPr>
          <p:nvPr>
            <p:ph type="subTitle" idx="1"/>
          </p:nvPr>
        </p:nvSpPr>
        <p:spPr>
          <a:xfrm>
            <a:off x="5327400" y="2078248"/>
            <a:ext cx="1537200" cy="52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>
                <a:latin typeface="Michroma"/>
                <a:ea typeface="Meiryo" panose="020B0604030504040204" pitchFamily="34" charset="-128"/>
              </a:rPr>
              <a:t>Team X</a:t>
            </a:r>
            <a:endParaRPr dirty="0">
              <a:latin typeface="Michroma"/>
              <a:ea typeface="Meiryo" panose="020B0604030504040204" pitchFamily="34" charset="-128"/>
            </a:endParaRPr>
          </a:p>
        </p:txBody>
      </p:sp>
      <p:pic>
        <p:nvPicPr>
          <p:cNvPr id="5" name="Picture 4" descr="A logo of a space shuttle&#10;&#10;AI-generated content may be incorrect.">
            <a:extLst>
              <a:ext uri="{FF2B5EF4-FFF2-40B4-BE49-F238E27FC236}">
                <a16:creationId xmlns:a16="http://schemas.microsoft.com/office/drawing/2014/main" id="{103B8213-D4EE-B1B8-F3F3-74B3AE73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7" y="1545428"/>
            <a:ext cx="4629226" cy="39885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5FE2E6-635B-9FAF-D0E9-3207ADF5B9EC}"/>
              </a:ext>
            </a:extLst>
          </p:cNvPr>
          <p:cNvSpPr txBox="1"/>
          <p:nvPr/>
        </p:nvSpPr>
        <p:spPr>
          <a:xfrm>
            <a:off x="5206633" y="4166458"/>
            <a:ext cx="6912428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68"/>
              </a:lnSpc>
              <a:spcBef>
                <a:spcPts val="945"/>
              </a:spcBef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This slide provides an overview of the current security posture and challenges faced by Cosmic Horizon, Inc. (CHI) as it expands its digital footprint and presence in the solar system.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0905"/>
            <a:ext cx="12188952" cy="5332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  <a:buNone/>
            </a:pPr>
            <a:r>
              <a:rPr lang="en-US" sz="3750" b="1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Current Threat Landscape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3" name="Object 2"/>
          <p:cNvSpPr/>
          <p:nvPr/>
        </p:nvSpPr>
        <p:spPr>
          <a:xfrm>
            <a:off x="1476006" y="2119021"/>
            <a:ext cx="1428393" cy="1428393"/>
          </a:xfrm>
          <a:prstGeom prst="ellipse">
            <a:avLst/>
          </a:prstGeom>
          <a:solidFill>
            <a:srgbClr val="B9D5B1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pic>
        <p:nvPicPr>
          <p:cNvPr id="4" name="Object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5206" y="2565355"/>
            <a:ext cx="771332" cy="561835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577071" y="3628157"/>
            <a:ext cx="3226263" cy="25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Diverse Security Practices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6" name="Object 5"/>
          <p:cNvSpPr/>
          <p:nvPr/>
        </p:nvSpPr>
        <p:spPr>
          <a:xfrm>
            <a:off x="577071" y="3956886"/>
            <a:ext cx="3226263" cy="6398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562"/>
              </a:spcBef>
              <a:buNone/>
            </a:pPr>
            <a:r>
              <a:rPr lang="en-US" sz="1200" dirty="0">
                <a:solidFill>
                  <a:srgbClr val="000000">
                    <a:alpha val="80000"/>
                  </a:srgbClr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Diverse systems have varied and sometimes outdated security controls, posing integration challenges.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5380280" y="2119021"/>
            <a:ext cx="1428393" cy="1428393"/>
          </a:xfrm>
          <a:prstGeom prst="ellipse">
            <a:avLst/>
          </a:prstGeom>
          <a:solidFill>
            <a:srgbClr val="B9D5B1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pic>
        <p:nvPicPr>
          <p:cNvPr id="8" name="Object 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3394" y="2565354"/>
            <a:ext cx="504699" cy="533267"/>
          </a:xfrm>
          <a:prstGeom prst="rect">
            <a:avLst/>
          </a:prstGeom>
        </p:spPr>
      </p:pic>
      <p:sp>
        <p:nvSpPr>
          <p:cNvPr id="9" name="Object 8"/>
          <p:cNvSpPr/>
          <p:nvPr/>
        </p:nvSpPr>
        <p:spPr>
          <a:xfrm>
            <a:off x="4282322" y="3628157"/>
            <a:ext cx="3624309" cy="25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Expanded Digital Footprint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0" name="Object 9"/>
          <p:cNvSpPr/>
          <p:nvPr/>
        </p:nvSpPr>
        <p:spPr>
          <a:xfrm>
            <a:off x="4282322" y="3956886"/>
            <a:ext cx="3624309" cy="6398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562"/>
              </a:spcBef>
              <a:buNone/>
            </a:pPr>
            <a:r>
              <a:rPr lang="en-US" sz="1200" dirty="0">
                <a:solidFill>
                  <a:srgbClr val="000000">
                    <a:alpha val="80000"/>
                  </a:srgbClr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New subsidiaries and business ventures increase the overall attack surface, creating more entry points for adversaries.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9284553" y="2119021"/>
            <a:ext cx="1428393" cy="1428393"/>
          </a:xfrm>
          <a:prstGeom prst="ellipse">
            <a:avLst/>
          </a:prstGeom>
          <a:solidFill>
            <a:srgbClr val="B9D5B1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8144696" y="3628157"/>
            <a:ext cx="3708108" cy="25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Attractive Targets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8144696" y="3956886"/>
            <a:ext cx="3708108" cy="6398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562"/>
              </a:spcBef>
              <a:buNone/>
            </a:pPr>
            <a:r>
              <a:rPr lang="en-US" sz="1200" dirty="0">
                <a:solidFill>
                  <a:srgbClr val="000000">
                    <a:alpha val="80000"/>
                  </a:srgbClr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Vulnerabilities in new entities make them prime targets for cybercriminals and nation-state actors.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5" name="Object 14"/>
          <p:cNvSpPr/>
          <p:nvPr/>
        </p:nvSpPr>
        <p:spPr>
          <a:xfrm>
            <a:off x="0" y="5608822"/>
            <a:ext cx="12188952" cy="1247463"/>
          </a:xfrm>
          <a:prstGeom prst="rect">
            <a:avLst/>
          </a:prstGeom>
          <a:solidFill>
            <a:srgbClr val="143642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6" name="Object 15"/>
          <p:cNvSpPr/>
          <p:nvPr/>
        </p:nvSpPr>
        <p:spPr>
          <a:xfrm>
            <a:off x="1239369" y="5912058"/>
            <a:ext cx="9710214" cy="6398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The evolving threat landscape requires a comprehensive review of our security posture to protect our critical assets and maintain operational resilience.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pic>
        <p:nvPicPr>
          <p:cNvPr id="1026" name="Picture 2" descr="Vulnerability - Free security icons">
            <a:extLst>
              <a:ext uri="{FF2B5EF4-FFF2-40B4-BE49-F238E27FC236}">
                <a16:creationId xmlns:a16="http://schemas.microsoft.com/office/drawing/2014/main" id="{AAD50DF2-5D57-DF23-1990-AD435F101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927" y="2462170"/>
            <a:ext cx="769867" cy="76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>
                <a:ea typeface="Meiryo" panose="020B0604030504040204" pitchFamily="34" charset="-128"/>
              </a:rPr>
              <a:t>Security Incident Risks</a:t>
            </a:r>
            <a:endParaRPr sz="3200" dirty="0">
              <a:ea typeface="Meiryo" panose="020B0604030504040204" pitchFamily="34" charset="-128"/>
            </a:endParaRPr>
          </a:p>
        </p:txBody>
      </p:sp>
      <p:sp>
        <p:nvSpPr>
          <p:cNvPr id="1116" name="Google Shape;1116;p38"/>
          <p:cNvSpPr txBox="1"/>
          <p:nvPr/>
        </p:nvSpPr>
        <p:spPr>
          <a:xfrm>
            <a:off x="1251333" y="3099133"/>
            <a:ext cx="2897600" cy="1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867" kern="0" dirty="0">
                <a:solidFill>
                  <a:srgbClr val="F2F0E4"/>
                </a:solidFill>
                <a:latin typeface="Michroma"/>
                <a:ea typeface="Meiryo" panose="020B0604030504040204" pitchFamily="34" charset="-128"/>
                <a:cs typeface="Open Sans"/>
                <a:sym typeface="Open Sans"/>
              </a:rPr>
              <a:t>Information systems will experience significant disruptions.</a:t>
            </a:r>
            <a:endParaRPr sz="1867" kern="0" dirty="0">
              <a:solidFill>
                <a:srgbClr val="F2F0E4"/>
              </a:solidFill>
              <a:latin typeface="Michroma"/>
              <a:ea typeface="Meiryo" panose="020B0604030504040204" pitchFamily="34" charset="-128"/>
              <a:cs typeface="Open Sans"/>
              <a:sym typeface="Open Sans"/>
            </a:endParaRPr>
          </a:p>
        </p:txBody>
      </p:sp>
      <p:sp>
        <p:nvSpPr>
          <p:cNvPr id="1117" name="Google Shape;1117;p38"/>
          <p:cNvSpPr txBox="1"/>
          <p:nvPr/>
        </p:nvSpPr>
        <p:spPr>
          <a:xfrm>
            <a:off x="1251333" y="2019233"/>
            <a:ext cx="2897600" cy="8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400" b="1" kern="0" dirty="0">
                <a:solidFill>
                  <a:srgbClr val="F2F0E4"/>
                </a:solidFill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Inability to Operate</a:t>
            </a:r>
            <a:endParaRPr sz="2400" b="1" kern="0" dirty="0">
              <a:solidFill>
                <a:srgbClr val="F2F0E4"/>
              </a:solidFill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</p:txBody>
      </p:sp>
      <p:sp>
        <p:nvSpPr>
          <p:cNvPr id="1118" name="Google Shape;1118;p38"/>
          <p:cNvSpPr txBox="1"/>
          <p:nvPr/>
        </p:nvSpPr>
        <p:spPr>
          <a:xfrm>
            <a:off x="4647200" y="3055433"/>
            <a:ext cx="2897600" cy="1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867" kern="0" dirty="0">
                <a:solidFill>
                  <a:srgbClr val="F2F0E4"/>
                </a:solidFill>
                <a:latin typeface="Michroma"/>
                <a:ea typeface="Meiryo" panose="020B0604030504040204" pitchFamily="34" charset="-128"/>
                <a:cs typeface="Open Sans"/>
                <a:sym typeface="Open Sans"/>
              </a:rPr>
              <a:t>Personal &amp; sensitive information of our customers may be exposed.</a:t>
            </a:r>
            <a:endParaRPr sz="1867" kern="0" dirty="0">
              <a:solidFill>
                <a:srgbClr val="F2F0E4"/>
              </a:solidFill>
              <a:latin typeface="Michroma"/>
              <a:ea typeface="Meiryo" panose="020B0604030504040204" pitchFamily="34" charset="-128"/>
              <a:cs typeface="Open Sans"/>
              <a:sym typeface="Open Sans"/>
            </a:endParaRPr>
          </a:p>
        </p:txBody>
      </p:sp>
      <p:sp>
        <p:nvSpPr>
          <p:cNvPr id="1119" name="Google Shape;1119;p38"/>
          <p:cNvSpPr txBox="1"/>
          <p:nvPr/>
        </p:nvSpPr>
        <p:spPr>
          <a:xfrm>
            <a:off x="4647200" y="2019233"/>
            <a:ext cx="28976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400" b="1" kern="0">
                <a:solidFill>
                  <a:srgbClr val="F2F0E4"/>
                </a:solidFill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Data Compromise</a:t>
            </a:r>
            <a:endParaRPr sz="2400" b="1" kern="0">
              <a:solidFill>
                <a:srgbClr val="F2F0E4"/>
              </a:solidFill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</p:txBody>
      </p:sp>
      <p:sp>
        <p:nvSpPr>
          <p:cNvPr id="1120" name="Google Shape;1120;p38"/>
          <p:cNvSpPr txBox="1"/>
          <p:nvPr/>
        </p:nvSpPr>
        <p:spPr>
          <a:xfrm>
            <a:off x="8043067" y="2873100"/>
            <a:ext cx="2897600" cy="18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867" kern="0" dirty="0">
                <a:solidFill>
                  <a:srgbClr val="F2F0E4"/>
                </a:solidFill>
                <a:latin typeface="Michroma"/>
                <a:ea typeface="Meiryo" panose="020B0604030504040204" pitchFamily="34" charset="-128"/>
                <a:cs typeface="Open Sans"/>
                <a:sym typeface="Open Sans"/>
              </a:rPr>
              <a:t>Breach can reduce public perception of our reliability, resulting in future challenges in securing funding</a:t>
            </a:r>
            <a:endParaRPr sz="1867" kern="0" dirty="0">
              <a:solidFill>
                <a:srgbClr val="F2F0E4"/>
              </a:solidFill>
              <a:latin typeface="Michroma"/>
              <a:ea typeface="Meiryo" panose="020B0604030504040204" pitchFamily="34" charset="-128"/>
              <a:cs typeface="Open Sans"/>
              <a:sym typeface="Open Sans"/>
            </a:endParaRPr>
          </a:p>
        </p:txBody>
      </p:sp>
      <p:sp>
        <p:nvSpPr>
          <p:cNvPr id="1121" name="Google Shape;1121;p38"/>
          <p:cNvSpPr txBox="1"/>
          <p:nvPr/>
        </p:nvSpPr>
        <p:spPr>
          <a:xfrm>
            <a:off x="8043067" y="2019233"/>
            <a:ext cx="28976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400" b="1" kern="0" dirty="0">
                <a:solidFill>
                  <a:srgbClr val="F2F0E4"/>
                </a:solidFill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Reputation Damage</a:t>
            </a:r>
            <a:endParaRPr sz="2400" b="1" kern="0" dirty="0">
              <a:solidFill>
                <a:srgbClr val="F2F0E4"/>
              </a:solidFill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</p:txBody>
      </p:sp>
      <p:sp>
        <p:nvSpPr>
          <p:cNvPr id="1122" name="Google Shape;1122;p38"/>
          <p:cNvSpPr/>
          <p:nvPr/>
        </p:nvSpPr>
        <p:spPr>
          <a:xfrm>
            <a:off x="1434333" y="4969500"/>
            <a:ext cx="2531600" cy="542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  <p:sp>
        <p:nvSpPr>
          <p:cNvPr id="1123" name="Google Shape;1123;p38"/>
          <p:cNvSpPr/>
          <p:nvPr/>
        </p:nvSpPr>
        <p:spPr>
          <a:xfrm>
            <a:off x="1434333" y="4969500"/>
            <a:ext cx="630000" cy="542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  <p:sp>
        <p:nvSpPr>
          <p:cNvPr id="1124" name="Google Shape;1124;p38"/>
          <p:cNvSpPr/>
          <p:nvPr/>
        </p:nvSpPr>
        <p:spPr>
          <a:xfrm>
            <a:off x="4830200" y="4969500"/>
            <a:ext cx="2531600" cy="542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  <p:sp>
        <p:nvSpPr>
          <p:cNvPr id="1125" name="Google Shape;1125;p38"/>
          <p:cNvSpPr/>
          <p:nvPr/>
        </p:nvSpPr>
        <p:spPr>
          <a:xfrm>
            <a:off x="4830200" y="4969500"/>
            <a:ext cx="1252400" cy="542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  <p:sp>
        <p:nvSpPr>
          <p:cNvPr id="1126" name="Google Shape;1126;p38"/>
          <p:cNvSpPr/>
          <p:nvPr/>
        </p:nvSpPr>
        <p:spPr>
          <a:xfrm>
            <a:off x="8226067" y="4969500"/>
            <a:ext cx="2531600" cy="542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  <p:sp>
        <p:nvSpPr>
          <p:cNvPr id="1127" name="Google Shape;1127;p38"/>
          <p:cNvSpPr/>
          <p:nvPr/>
        </p:nvSpPr>
        <p:spPr>
          <a:xfrm>
            <a:off x="8226067" y="4969500"/>
            <a:ext cx="2041600" cy="542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7"/>
          <p:cNvSpPr txBox="1">
            <a:spLocks noGrp="1"/>
          </p:cNvSpPr>
          <p:nvPr>
            <p:ph type="subTitle" idx="1"/>
          </p:nvPr>
        </p:nvSpPr>
        <p:spPr>
          <a:xfrm>
            <a:off x="557133" y="2361267"/>
            <a:ext cx="9554000" cy="37020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 indent="-440256">
              <a:lnSpc>
                <a:spcPct val="115000"/>
              </a:lnSpc>
            </a:pPr>
            <a:r>
              <a:rPr lang="en-US" dirty="0">
                <a:latin typeface="Michroma"/>
                <a:ea typeface="Meiryo" panose="020B0604030504040204" pitchFamily="34" charset="-128"/>
              </a:rPr>
              <a:t>Asset Inventory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1219170" lvl="1" indent="-440256" algn="l">
              <a:lnSpc>
                <a:spcPct val="115000"/>
              </a:lnSpc>
            </a:pPr>
            <a:r>
              <a:rPr lang="en" dirty="0">
                <a:latin typeface="Michroma"/>
                <a:ea typeface="Meiryo" panose="020B0604030504040204" pitchFamily="34" charset="-128"/>
              </a:rPr>
              <a:t>Surveillance &amp; Access Control devices non-functional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609585" indent="-440256">
              <a:lnSpc>
                <a:spcPct val="115000"/>
              </a:lnSpc>
            </a:pPr>
            <a:r>
              <a:rPr lang="en-US" dirty="0">
                <a:latin typeface="Michroma"/>
                <a:ea typeface="Meiryo" panose="020B0604030504040204" pitchFamily="34" charset="-128"/>
              </a:rPr>
              <a:t>Vulnerability Scans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1219170" lvl="1" indent="-440256" algn="l">
              <a:lnSpc>
                <a:spcPct val="115000"/>
              </a:lnSpc>
            </a:pPr>
            <a:r>
              <a:rPr lang="en-US" dirty="0">
                <a:latin typeface="Michroma"/>
                <a:ea typeface="Meiryo" panose="020B0604030504040204" pitchFamily="34" charset="-128"/>
              </a:rPr>
              <a:t>Privilege escalation: </a:t>
            </a:r>
            <a:r>
              <a:rPr lang="en-US" dirty="0" err="1">
                <a:latin typeface="Michroma"/>
                <a:ea typeface="Meiryo" panose="020B0604030504040204" pitchFamily="34" charset="-128"/>
              </a:rPr>
              <a:t>LinPEASS</a:t>
            </a:r>
            <a:r>
              <a:rPr lang="en-US" dirty="0">
                <a:latin typeface="Michroma"/>
                <a:ea typeface="Meiryo" panose="020B0604030504040204" pitchFamily="34" charset="-128"/>
              </a:rPr>
              <a:t>, </a:t>
            </a:r>
            <a:r>
              <a:rPr lang="en-US" dirty="0" err="1">
                <a:latin typeface="Michroma"/>
                <a:ea typeface="Meiryo" panose="020B0604030504040204" pitchFamily="34" charset="-128"/>
              </a:rPr>
              <a:t>WinPEASS</a:t>
            </a:r>
            <a:endParaRPr lang="en-US" dirty="0">
              <a:latin typeface="Michroma"/>
              <a:ea typeface="Meiryo" panose="020B0604030504040204" pitchFamily="34" charset="-128"/>
            </a:endParaRPr>
          </a:p>
          <a:p>
            <a:pPr marL="1219170" lvl="1" indent="-440256" algn="l">
              <a:lnSpc>
                <a:spcPct val="115000"/>
              </a:lnSpc>
            </a:pPr>
            <a:r>
              <a:rPr lang="en-US" dirty="0">
                <a:latin typeface="Michroma"/>
                <a:ea typeface="Meiryo" panose="020B0604030504040204" pitchFamily="34" charset="-128"/>
              </a:rPr>
              <a:t>Antivirus: </a:t>
            </a:r>
            <a:r>
              <a:rPr lang="en-US" dirty="0" err="1">
                <a:latin typeface="Michroma"/>
                <a:ea typeface="Meiryo" panose="020B0604030504040204" pitchFamily="34" charset="-128"/>
              </a:rPr>
              <a:t>ClamAV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609585" indent="-440256">
              <a:lnSpc>
                <a:spcPct val="115000"/>
              </a:lnSpc>
            </a:pPr>
            <a:r>
              <a:rPr lang="en-US" dirty="0">
                <a:latin typeface="Michroma"/>
                <a:ea typeface="Meiryo" panose="020B0604030504040204" pitchFamily="34" charset="-128"/>
              </a:rPr>
              <a:t>Point 3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1219170" lvl="1" indent="-440256" algn="l">
              <a:lnSpc>
                <a:spcPct val="115000"/>
              </a:lnSpc>
            </a:pPr>
            <a:r>
              <a:rPr lang="en" dirty="0">
                <a:latin typeface="Michroma"/>
                <a:ea typeface="Meiryo" panose="020B0604030504040204" pitchFamily="34" charset="-128"/>
              </a:rPr>
              <a:t>Financial penalties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1219170" lvl="1" indent="-440256" algn="l">
              <a:lnSpc>
                <a:spcPct val="115000"/>
              </a:lnSpc>
            </a:pPr>
            <a:r>
              <a:rPr lang="en" dirty="0">
                <a:latin typeface="Michroma"/>
                <a:ea typeface="Meiryo" panose="020B0604030504040204" pitchFamily="34" charset="-128"/>
              </a:rPr>
              <a:t>Loss of contract renewal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0" indent="0">
              <a:lnSpc>
                <a:spcPct val="115000"/>
              </a:lnSpc>
              <a:spcBef>
                <a:spcPts val="2133"/>
              </a:spcBef>
              <a:buNone/>
            </a:pPr>
            <a:endParaRPr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093" name="Google Shape;1093;p37"/>
          <p:cNvSpPr/>
          <p:nvPr/>
        </p:nvSpPr>
        <p:spPr>
          <a:xfrm>
            <a:off x="7235733" y="6271133"/>
            <a:ext cx="3048000" cy="304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Michroma"/>
              <a:ea typeface="Meiryo" panose="020B0604030504040204" pitchFamily="34" charset="-128"/>
            </a:endParaRPr>
          </a:p>
        </p:txBody>
      </p:sp>
      <p:grpSp>
        <p:nvGrpSpPr>
          <p:cNvPr id="1094" name="Google Shape;1094;p37"/>
          <p:cNvGrpSpPr/>
          <p:nvPr/>
        </p:nvGrpSpPr>
        <p:grpSpPr>
          <a:xfrm>
            <a:off x="6901519" y="334021"/>
            <a:ext cx="475076" cy="956983"/>
            <a:chOff x="275640" y="3855165"/>
            <a:chExt cx="356307" cy="717737"/>
          </a:xfrm>
        </p:grpSpPr>
        <p:sp>
          <p:nvSpPr>
            <p:cNvPr id="1095" name="Google Shape;1095;p37"/>
            <p:cNvSpPr/>
            <p:nvPr/>
          </p:nvSpPr>
          <p:spPr>
            <a:xfrm rot="5400000">
              <a:off x="578547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96" name="Google Shape;1096;p37"/>
            <p:cNvSpPr/>
            <p:nvPr/>
          </p:nvSpPr>
          <p:spPr>
            <a:xfrm rot="5400000">
              <a:off x="427161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97" name="Google Shape;1097;p37"/>
            <p:cNvSpPr/>
            <p:nvPr/>
          </p:nvSpPr>
          <p:spPr>
            <a:xfrm rot="5400000">
              <a:off x="275774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98" name="Google Shape;1098;p37"/>
            <p:cNvSpPr/>
            <p:nvPr/>
          </p:nvSpPr>
          <p:spPr>
            <a:xfrm rot="5400000">
              <a:off x="578547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099" name="Google Shape;1099;p37"/>
            <p:cNvSpPr/>
            <p:nvPr/>
          </p:nvSpPr>
          <p:spPr>
            <a:xfrm rot="5400000">
              <a:off x="427161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0" name="Google Shape;1100;p37"/>
            <p:cNvSpPr/>
            <p:nvPr/>
          </p:nvSpPr>
          <p:spPr>
            <a:xfrm rot="5400000">
              <a:off x="275774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1" name="Google Shape;1101;p37"/>
            <p:cNvSpPr/>
            <p:nvPr/>
          </p:nvSpPr>
          <p:spPr>
            <a:xfrm rot="5400000">
              <a:off x="578476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2" name="Google Shape;1102;p37"/>
            <p:cNvSpPr/>
            <p:nvPr/>
          </p:nvSpPr>
          <p:spPr>
            <a:xfrm rot="5400000">
              <a:off x="427090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3" name="Google Shape;1103;p37"/>
            <p:cNvSpPr/>
            <p:nvPr/>
          </p:nvSpPr>
          <p:spPr>
            <a:xfrm rot="5400000">
              <a:off x="275704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4" name="Google Shape;1104;p37"/>
            <p:cNvSpPr/>
            <p:nvPr/>
          </p:nvSpPr>
          <p:spPr>
            <a:xfrm rot="5400000">
              <a:off x="578476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5" name="Google Shape;1105;p37"/>
            <p:cNvSpPr/>
            <p:nvPr/>
          </p:nvSpPr>
          <p:spPr>
            <a:xfrm rot="5400000">
              <a:off x="427090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6" name="Google Shape;1106;p37"/>
            <p:cNvSpPr/>
            <p:nvPr/>
          </p:nvSpPr>
          <p:spPr>
            <a:xfrm rot="5400000">
              <a:off x="275704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7" name="Google Shape;1107;p37"/>
            <p:cNvSpPr/>
            <p:nvPr/>
          </p:nvSpPr>
          <p:spPr>
            <a:xfrm rot="5400000">
              <a:off x="578413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8" name="Google Shape;1108;p37"/>
            <p:cNvSpPr/>
            <p:nvPr/>
          </p:nvSpPr>
          <p:spPr>
            <a:xfrm rot="5400000">
              <a:off x="427026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109" name="Google Shape;1109;p37"/>
            <p:cNvSpPr/>
            <p:nvPr/>
          </p:nvSpPr>
          <p:spPr>
            <a:xfrm rot="5400000">
              <a:off x="275640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</p:grpSp>
      <p:sp>
        <p:nvSpPr>
          <p:cNvPr id="2" name="Object 1">
            <a:extLst>
              <a:ext uri="{FF2B5EF4-FFF2-40B4-BE49-F238E27FC236}">
                <a16:creationId xmlns:a16="http://schemas.microsoft.com/office/drawing/2014/main" id="{671A2988-1F02-1A1B-E170-4DFD9955F369}"/>
              </a:ext>
            </a:extLst>
          </p:cNvPr>
          <p:cNvSpPr/>
          <p:nvPr/>
        </p:nvSpPr>
        <p:spPr>
          <a:xfrm>
            <a:off x="960000" y="5933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3000"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Assessing CHI’s Security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0905"/>
            <a:ext cx="12188952" cy="5332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  <a:buNone/>
            </a:pPr>
            <a:r>
              <a:rPr lang="en-US" sz="3750" b="1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Impacts of Security Incidents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3" name="Object 2"/>
          <p:cNvSpPr/>
          <p:nvPr/>
        </p:nvSpPr>
        <p:spPr>
          <a:xfrm>
            <a:off x="0" y="1030328"/>
            <a:ext cx="12188952" cy="2666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897"/>
              </a:spcBef>
              <a:buNone/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Average Losses from Data Breaches (IBM 2024)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476130" y="2398212"/>
            <a:ext cx="2666332" cy="2666334"/>
          </a:xfrm>
          <a:prstGeom prst="ellipse">
            <a:avLst/>
          </a:prstGeom>
          <a:solidFill>
            <a:srgbClr val="F66A2E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342814" y="5192962"/>
            <a:ext cx="2932967" cy="25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Detecting &amp; Escalating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6" name="Object 5"/>
          <p:cNvSpPr/>
          <p:nvPr/>
        </p:nvSpPr>
        <p:spPr>
          <a:xfrm>
            <a:off x="1110344" y="3521941"/>
            <a:ext cx="1371600" cy="4265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</a:rPr>
              <a:t>$1.63M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3441778" y="2677886"/>
            <a:ext cx="2447394" cy="2386660"/>
          </a:xfrm>
          <a:prstGeom prst="ellipse">
            <a:avLst/>
          </a:prstGeom>
          <a:solidFill>
            <a:srgbClr val="F66A2E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8" name="Object 7"/>
          <p:cNvSpPr/>
          <p:nvPr/>
        </p:nvSpPr>
        <p:spPr>
          <a:xfrm>
            <a:off x="3199600" y="5192962"/>
            <a:ext cx="2932967" cy="25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Post-breach Recovery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3903749" y="3657949"/>
            <a:ext cx="1524667" cy="4265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$1.35M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0" name="Object 9"/>
          <p:cNvSpPr/>
          <p:nvPr/>
        </p:nvSpPr>
        <p:spPr>
          <a:xfrm>
            <a:off x="6299172" y="2558189"/>
            <a:ext cx="2447394" cy="2523098"/>
          </a:xfrm>
          <a:prstGeom prst="ellipse">
            <a:avLst/>
          </a:prstGeom>
          <a:solidFill>
            <a:srgbClr val="F66A2E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6056386" y="5192962"/>
            <a:ext cx="2932967" cy="25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Lost Business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2" name="Object 11"/>
          <p:cNvSpPr/>
          <p:nvPr/>
        </p:nvSpPr>
        <p:spPr>
          <a:xfrm>
            <a:off x="6803230" y="3657949"/>
            <a:ext cx="1491684" cy="4265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$1.47M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9046488" y="2398212"/>
            <a:ext cx="2666337" cy="2666334"/>
          </a:xfrm>
          <a:prstGeom prst="ellipse">
            <a:avLst/>
          </a:prstGeom>
          <a:solidFill>
            <a:srgbClr val="F66A2E"/>
          </a:solidFill>
        </p:spPr>
        <p:txBody>
          <a:bodyPr/>
          <a:lstStyle/>
          <a:p>
            <a:endParaRPr lang="en-US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8913171" y="5192962"/>
            <a:ext cx="2932967" cy="5118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071023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Mean time to identify &amp; contain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5" name="Object 14"/>
          <p:cNvSpPr/>
          <p:nvPr/>
        </p:nvSpPr>
        <p:spPr>
          <a:xfrm>
            <a:off x="9236440" y="3521941"/>
            <a:ext cx="2286427" cy="4977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  <a:cs typeface="Montserrat" pitchFamily="34" charset="-120"/>
              </a:rPr>
              <a:t>258 days</a:t>
            </a:r>
            <a:endParaRPr lang="en-US" dirty="0">
              <a:latin typeface="Michroma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6"/>
          <p:cNvSpPr txBox="1">
            <a:spLocks noGrp="1"/>
          </p:cNvSpPr>
          <p:nvPr>
            <p:ph type="title"/>
          </p:nvPr>
        </p:nvSpPr>
        <p:spPr>
          <a:xfrm>
            <a:off x="5491033" y="2809933"/>
            <a:ext cx="5750000" cy="1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dirty="0">
                <a:latin typeface="Meiryo" panose="020B0604030504040204" pitchFamily="34" charset="-128"/>
                <a:ea typeface="Meiryo" panose="020B0604030504040204" pitchFamily="34" charset="-128"/>
              </a:rPr>
              <a:t>Core Security </a:t>
            </a:r>
            <a:r>
              <a:rPr lang="en" sz="4000" dirty="0">
                <a:ea typeface="Meiryo" panose="020B0604030504040204" pitchFamily="34" charset="-128"/>
              </a:rPr>
              <a:t>Vulnerabilities</a:t>
            </a:r>
            <a:endParaRPr dirty="0">
              <a:ea typeface="Meiryo" panose="020B0604030504040204" pitchFamily="34" charset="-128"/>
            </a:endParaRPr>
          </a:p>
        </p:txBody>
      </p:sp>
      <p:grpSp>
        <p:nvGrpSpPr>
          <p:cNvPr id="1069" name="Google Shape;1069;p36"/>
          <p:cNvGrpSpPr/>
          <p:nvPr/>
        </p:nvGrpSpPr>
        <p:grpSpPr>
          <a:xfrm>
            <a:off x="3747053" y="719321"/>
            <a:ext cx="475076" cy="956983"/>
            <a:chOff x="275640" y="3855165"/>
            <a:chExt cx="356307" cy="717737"/>
          </a:xfrm>
        </p:grpSpPr>
        <p:sp>
          <p:nvSpPr>
            <p:cNvPr id="1070" name="Google Shape;1070;p36"/>
            <p:cNvSpPr/>
            <p:nvPr/>
          </p:nvSpPr>
          <p:spPr>
            <a:xfrm rot="5400000">
              <a:off x="578547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36"/>
            <p:cNvSpPr/>
            <p:nvPr/>
          </p:nvSpPr>
          <p:spPr>
            <a:xfrm rot="5400000">
              <a:off x="427161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36"/>
            <p:cNvSpPr/>
            <p:nvPr/>
          </p:nvSpPr>
          <p:spPr>
            <a:xfrm rot="5400000">
              <a:off x="275774" y="3855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36"/>
            <p:cNvSpPr/>
            <p:nvPr/>
          </p:nvSpPr>
          <p:spPr>
            <a:xfrm rot="5400000">
              <a:off x="578547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36"/>
            <p:cNvSpPr/>
            <p:nvPr/>
          </p:nvSpPr>
          <p:spPr>
            <a:xfrm rot="5400000">
              <a:off x="427161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6"/>
            <p:cNvSpPr/>
            <p:nvPr/>
          </p:nvSpPr>
          <p:spPr>
            <a:xfrm rot="5400000">
              <a:off x="275774" y="402148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6"/>
            <p:cNvSpPr/>
            <p:nvPr/>
          </p:nvSpPr>
          <p:spPr>
            <a:xfrm rot="5400000">
              <a:off x="578476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6"/>
            <p:cNvSpPr/>
            <p:nvPr/>
          </p:nvSpPr>
          <p:spPr>
            <a:xfrm rot="5400000">
              <a:off x="427090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6"/>
            <p:cNvSpPr/>
            <p:nvPr/>
          </p:nvSpPr>
          <p:spPr>
            <a:xfrm rot="5400000">
              <a:off x="275704" y="41878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6"/>
            <p:cNvSpPr/>
            <p:nvPr/>
          </p:nvSpPr>
          <p:spPr>
            <a:xfrm rot="5400000">
              <a:off x="578476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6"/>
            <p:cNvSpPr/>
            <p:nvPr/>
          </p:nvSpPr>
          <p:spPr>
            <a:xfrm rot="5400000">
              <a:off x="427090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6"/>
            <p:cNvSpPr/>
            <p:nvPr/>
          </p:nvSpPr>
          <p:spPr>
            <a:xfrm rot="5400000">
              <a:off x="275704" y="435411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6"/>
            <p:cNvSpPr/>
            <p:nvPr/>
          </p:nvSpPr>
          <p:spPr>
            <a:xfrm rot="5400000">
              <a:off x="578413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36"/>
            <p:cNvSpPr/>
            <p:nvPr/>
          </p:nvSpPr>
          <p:spPr>
            <a:xfrm rot="5400000">
              <a:off x="427026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36"/>
            <p:cNvSpPr/>
            <p:nvPr/>
          </p:nvSpPr>
          <p:spPr>
            <a:xfrm rot="5400000">
              <a:off x="275640" y="451950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85" name="Google Shape;10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01" y="1357700"/>
            <a:ext cx="4551267" cy="4551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39"/>
          <p:cNvSpPr txBox="1">
            <a:spLocks noGrp="1"/>
          </p:cNvSpPr>
          <p:nvPr>
            <p:ph type="title"/>
          </p:nvPr>
        </p:nvSpPr>
        <p:spPr>
          <a:xfrm>
            <a:off x="960000" y="446233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 dirty="0">
                <a:ea typeface="Meiryo" panose="020B0604030504040204" pitchFamily="34" charset="-128"/>
              </a:rPr>
              <a:t>Suspicious Accounts</a:t>
            </a:r>
            <a:endParaRPr sz="4000" dirty="0">
              <a:ea typeface="Meiryo" panose="020B0604030504040204" pitchFamily="34" charset="-128"/>
            </a:endParaRPr>
          </a:p>
        </p:txBody>
      </p:sp>
      <p:sp>
        <p:nvSpPr>
          <p:cNvPr id="1135" name="Google Shape;1135;p39"/>
          <p:cNvSpPr txBox="1">
            <a:spLocks noGrp="1"/>
          </p:cNvSpPr>
          <p:nvPr>
            <p:ph type="subTitle" idx="1"/>
          </p:nvPr>
        </p:nvSpPr>
        <p:spPr>
          <a:xfrm>
            <a:off x="7243903" y="2327929"/>
            <a:ext cx="2637600" cy="88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>
                <a:latin typeface="Michroma"/>
                <a:ea typeface="Meiryo" panose="020B0604030504040204" pitchFamily="34" charset="-128"/>
              </a:rPr>
              <a:t>Data compromise and/or exfiltration</a:t>
            </a:r>
            <a:endParaRPr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137" name="Google Shape;1137;p39"/>
          <p:cNvSpPr txBox="1">
            <a:spLocks noGrp="1"/>
          </p:cNvSpPr>
          <p:nvPr>
            <p:ph type="subTitle" idx="2"/>
          </p:nvPr>
        </p:nvSpPr>
        <p:spPr>
          <a:xfrm>
            <a:off x="7243903" y="3986624"/>
            <a:ext cx="3347897" cy="88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 algn="l">
              <a:lnSpc>
                <a:spcPts val="2520"/>
              </a:lnSpc>
              <a:spcBef>
                <a:spcPts val="97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</a:rPr>
              <a:t>Contain and disable accounts</a:t>
            </a:r>
          </a:p>
          <a:p>
            <a:pPr marL="285750" indent="-285750" algn="l">
              <a:lnSpc>
                <a:spcPts val="2520"/>
              </a:lnSpc>
              <a:spcBef>
                <a:spcPts val="97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</a:rPr>
              <a:t>Investigate files and activities</a:t>
            </a:r>
          </a:p>
          <a:p>
            <a:pPr marL="285750" indent="-285750" algn="l">
              <a:lnSpc>
                <a:spcPts val="2520"/>
              </a:lnSpc>
              <a:spcBef>
                <a:spcPts val="97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5F6F2"/>
                </a:solidFill>
                <a:latin typeface="Michroma"/>
                <a:ea typeface="Meiryo" panose="020B0604030504040204" pitchFamily="34" charset="-128"/>
              </a:rPr>
              <a:t>Deprovision accounts</a:t>
            </a:r>
            <a:endParaRPr lang="en-US" dirty="0">
              <a:solidFill>
                <a:schemeClr val="bg1"/>
              </a:solidFill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140" name="Google Shape;1140;p39"/>
          <p:cNvSpPr txBox="1">
            <a:spLocks noGrp="1"/>
          </p:cNvSpPr>
          <p:nvPr>
            <p:ph type="subTitle" idx="3"/>
          </p:nvPr>
        </p:nvSpPr>
        <p:spPr>
          <a:xfrm>
            <a:off x="7243903" y="1569399"/>
            <a:ext cx="2637600" cy="887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>
                <a:latin typeface="Michroma"/>
                <a:ea typeface="Meiryo" panose="020B0604030504040204" pitchFamily="34" charset="-128"/>
              </a:rPr>
              <a:t>Associated Risks</a:t>
            </a:r>
            <a:endParaRPr sz="1600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141" name="Google Shape;1141;p39"/>
          <p:cNvSpPr txBox="1">
            <a:spLocks noGrp="1"/>
          </p:cNvSpPr>
          <p:nvPr>
            <p:ph type="subTitle" idx="4"/>
          </p:nvPr>
        </p:nvSpPr>
        <p:spPr>
          <a:xfrm>
            <a:off x="7243897" y="3608591"/>
            <a:ext cx="2637600" cy="502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>
                <a:latin typeface="Michroma"/>
                <a:ea typeface="Meiryo" panose="020B0604030504040204" pitchFamily="34" charset="-128"/>
              </a:rPr>
              <a:t>Remediation Action</a:t>
            </a:r>
            <a:endParaRPr sz="1600"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144" name="Google Shape;1144;p39"/>
          <p:cNvSpPr/>
          <p:nvPr/>
        </p:nvSpPr>
        <p:spPr>
          <a:xfrm>
            <a:off x="6436833" y="2237284"/>
            <a:ext cx="670800" cy="67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  <p:sp>
        <p:nvSpPr>
          <p:cNvPr id="1145" name="Google Shape;1145;p39"/>
          <p:cNvSpPr/>
          <p:nvPr/>
        </p:nvSpPr>
        <p:spPr>
          <a:xfrm>
            <a:off x="6436833" y="3722975"/>
            <a:ext cx="670800" cy="67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hroma"/>
              <a:ea typeface="Meiryo" panose="020B0604030504040204" pitchFamily="34" charset="-128"/>
              <a:cs typeface="Arial"/>
              <a:sym typeface="Arial"/>
            </a:endParaRPr>
          </a:p>
        </p:txBody>
      </p:sp>
      <p:grpSp>
        <p:nvGrpSpPr>
          <p:cNvPr id="1153" name="Google Shape;1153;p39"/>
          <p:cNvGrpSpPr/>
          <p:nvPr/>
        </p:nvGrpSpPr>
        <p:grpSpPr>
          <a:xfrm>
            <a:off x="6532282" y="2332753"/>
            <a:ext cx="479919" cy="479919"/>
            <a:chOff x="4468804" y="1188369"/>
            <a:chExt cx="388577" cy="388577"/>
          </a:xfrm>
        </p:grpSpPr>
        <p:sp>
          <p:nvSpPr>
            <p:cNvPr id="1154" name="Google Shape;1154;p39"/>
            <p:cNvSpPr/>
            <p:nvPr/>
          </p:nvSpPr>
          <p:spPr>
            <a:xfrm>
              <a:off x="4468804" y="1188369"/>
              <a:ext cx="388577" cy="388577"/>
            </a:xfrm>
            <a:custGeom>
              <a:avLst/>
              <a:gdLst/>
              <a:ahLst/>
              <a:cxnLst/>
              <a:rect l="l" t="t" r="r" b="b"/>
              <a:pathLst>
                <a:path w="16787" h="16787" extrusionOk="0">
                  <a:moveTo>
                    <a:pt x="8722" y="1183"/>
                  </a:moveTo>
                  <a:cubicBezTo>
                    <a:pt x="12438" y="1348"/>
                    <a:pt x="15434" y="4344"/>
                    <a:pt x="15599" y="8060"/>
                  </a:cubicBezTo>
                  <a:lnTo>
                    <a:pt x="15410" y="8060"/>
                  </a:lnTo>
                  <a:cubicBezTo>
                    <a:pt x="15229" y="8060"/>
                    <a:pt x="15082" y="8210"/>
                    <a:pt x="15082" y="8388"/>
                  </a:cubicBezTo>
                  <a:cubicBezTo>
                    <a:pt x="15082" y="8569"/>
                    <a:pt x="15229" y="8716"/>
                    <a:pt x="15410" y="8716"/>
                  </a:cubicBezTo>
                  <a:lnTo>
                    <a:pt x="15599" y="8716"/>
                  </a:lnTo>
                  <a:cubicBezTo>
                    <a:pt x="15434" y="12435"/>
                    <a:pt x="12438" y="15428"/>
                    <a:pt x="8722" y="15596"/>
                  </a:cubicBezTo>
                  <a:lnTo>
                    <a:pt x="8722" y="15404"/>
                  </a:lnTo>
                  <a:cubicBezTo>
                    <a:pt x="8722" y="15226"/>
                    <a:pt x="8575" y="15076"/>
                    <a:pt x="8394" y="15076"/>
                  </a:cubicBezTo>
                  <a:cubicBezTo>
                    <a:pt x="8213" y="15076"/>
                    <a:pt x="8066" y="15226"/>
                    <a:pt x="8066" y="15404"/>
                  </a:cubicBezTo>
                  <a:lnTo>
                    <a:pt x="8066" y="15596"/>
                  </a:lnTo>
                  <a:cubicBezTo>
                    <a:pt x="4347" y="15428"/>
                    <a:pt x="1354" y="12435"/>
                    <a:pt x="1186" y="8716"/>
                  </a:cubicBezTo>
                  <a:lnTo>
                    <a:pt x="1378" y="8716"/>
                  </a:lnTo>
                  <a:cubicBezTo>
                    <a:pt x="1559" y="8716"/>
                    <a:pt x="1706" y="8569"/>
                    <a:pt x="1706" y="8388"/>
                  </a:cubicBezTo>
                  <a:cubicBezTo>
                    <a:pt x="1706" y="8210"/>
                    <a:pt x="1559" y="8060"/>
                    <a:pt x="1378" y="8060"/>
                  </a:cubicBezTo>
                  <a:lnTo>
                    <a:pt x="1186" y="8060"/>
                  </a:lnTo>
                  <a:cubicBezTo>
                    <a:pt x="1354" y="4344"/>
                    <a:pt x="4347" y="1348"/>
                    <a:pt x="8066" y="1183"/>
                  </a:cubicBezTo>
                  <a:lnTo>
                    <a:pt x="8066" y="1372"/>
                  </a:lnTo>
                  <a:cubicBezTo>
                    <a:pt x="8066" y="1553"/>
                    <a:pt x="8213" y="1700"/>
                    <a:pt x="8394" y="1700"/>
                  </a:cubicBezTo>
                  <a:cubicBezTo>
                    <a:pt x="8575" y="1700"/>
                    <a:pt x="8722" y="1553"/>
                    <a:pt x="8722" y="1372"/>
                  </a:cubicBezTo>
                  <a:lnTo>
                    <a:pt x="8722" y="1183"/>
                  </a:lnTo>
                  <a:close/>
                  <a:moveTo>
                    <a:pt x="8394" y="0"/>
                  </a:moveTo>
                  <a:cubicBezTo>
                    <a:pt x="8213" y="0"/>
                    <a:pt x="8066" y="147"/>
                    <a:pt x="8066" y="328"/>
                  </a:cubicBezTo>
                  <a:lnTo>
                    <a:pt x="8066" y="530"/>
                  </a:lnTo>
                  <a:cubicBezTo>
                    <a:pt x="6086" y="611"/>
                    <a:pt x="4239" y="1419"/>
                    <a:pt x="2831" y="2828"/>
                  </a:cubicBezTo>
                  <a:cubicBezTo>
                    <a:pt x="1420" y="4239"/>
                    <a:pt x="615" y="6088"/>
                    <a:pt x="531" y="8066"/>
                  </a:cubicBezTo>
                  <a:lnTo>
                    <a:pt x="329" y="8066"/>
                  </a:lnTo>
                  <a:cubicBezTo>
                    <a:pt x="148" y="8066"/>
                    <a:pt x="1" y="8212"/>
                    <a:pt x="1" y="8393"/>
                  </a:cubicBezTo>
                  <a:cubicBezTo>
                    <a:pt x="1" y="8572"/>
                    <a:pt x="148" y="8721"/>
                    <a:pt x="329" y="8721"/>
                  </a:cubicBezTo>
                  <a:lnTo>
                    <a:pt x="531" y="8721"/>
                  </a:lnTo>
                  <a:cubicBezTo>
                    <a:pt x="615" y="10701"/>
                    <a:pt x="1420" y="12545"/>
                    <a:pt x="2831" y="13956"/>
                  </a:cubicBezTo>
                  <a:cubicBezTo>
                    <a:pt x="4239" y="15365"/>
                    <a:pt x="6088" y="16173"/>
                    <a:pt x="8066" y="16254"/>
                  </a:cubicBezTo>
                  <a:lnTo>
                    <a:pt x="8066" y="16459"/>
                  </a:lnTo>
                  <a:cubicBezTo>
                    <a:pt x="8066" y="16637"/>
                    <a:pt x="8213" y="16786"/>
                    <a:pt x="8394" y="16786"/>
                  </a:cubicBezTo>
                  <a:cubicBezTo>
                    <a:pt x="8575" y="16786"/>
                    <a:pt x="8722" y="16637"/>
                    <a:pt x="8722" y="16459"/>
                  </a:cubicBezTo>
                  <a:lnTo>
                    <a:pt x="8722" y="16254"/>
                  </a:lnTo>
                  <a:cubicBezTo>
                    <a:pt x="10702" y="16173"/>
                    <a:pt x="12548" y="15365"/>
                    <a:pt x="13957" y="13956"/>
                  </a:cubicBezTo>
                  <a:cubicBezTo>
                    <a:pt x="15368" y="12545"/>
                    <a:pt x="16173" y="10696"/>
                    <a:pt x="16254" y="8721"/>
                  </a:cubicBezTo>
                  <a:lnTo>
                    <a:pt x="16459" y="8721"/>
                  </a:lnTo>
                  <a:cubicBezTo>
                    <a:pt x="16640" y="8721"/>
                    <a:pt x="16787" y="8572"/>
                    <a:pt x="16787" y="8393"/>
                  </a:cubicBezTo>
                  <a:cubicBezTo>
                    <a:pt x="16787" y="8212"/>
                    <a:pt x="16640" y="8066"/>
                    <a:pt x="16459" y="8066"/>
                  </a:cubicBezTo>
                  <a:lnTo>
                    <a:pt x="16254" y="8066"/>
                  </a:lnTo>
                  <a:cubicBezTo>
                    <a:pt x="16173" y="6085"/>
                    <a:pt x="15368" y="4239"/>
                    <a:pt x="13957" y="2828"/>
                  </a:cubicBezTo>
                  <a:cubicBezTo>
                    <a:pt x="12548" y="1419"/>
                    <a:pt x="10699" y="611"/>
                    <a:pt x="8722" y="530"/>
                  </a:cubicBezTo>
                  <a:lnTo>
                    <a:pt x="8722" y="328"/>
                  </a:lnTo>
                  <a:cubicBezTo>
                    <a:pt x="8722" y="147"/>
                    <a:pt x="8575" y="0"/>
                    <a:pt x="83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ichroma"/>
                <a:ea typeface="Meiryo" panose="020B0604030504040204" pitchFamily="34" charset="-128"/>
                <a:cs typeface="Arial"/>
                <a:sym typeface="Arial"/>
              </a:endParaRPr>
            </a:p>
          </p:txBody>
        </p:sp>
        <p:sp>
          <p:nvSpPr>
            <p:cNvPr id="1155" name="Google Shape;1155;p39"/>
            <p:cNvSpPr/>
            <p:nvPr/>
          </p:nvSpPr>
          <p:spPr>
            <a:xfrm>
              <a:off x="4579542" y="1288644"/>
              <a:ext cx="167056" cy="187935"/>
            </a:xfrm>
            <a:custGeom>
              <a:avLst/>
              <a:gdLst/>
              <a:ahLst/>
              <a:cxnLst/>
              <a:rect l="l" t="t" r="r" b="b"/>
              <a:pathLst>
                <a:path w="7217" h="8119" extrusionOk="0">
                  <a:moveTo>
                    <a:pt x="3610" y="691"/>
                  </a:moveTo>
                  <a:cubicBezTo>
                    <a:pt x="4544" y="1111"/>
                    <a:pt x="5535" y="1386"/>
                    <a:pt x="6561" y="1509"/>
                  </a:cubicBezTo>
                  <a:lnTo>
                    <a:pt x="6561" y="3256"/>
                  </a:lnTo>
                  <a:cubicBezTo>
                    <a:pt x="6561" y="5145"/>
                    <a:pt x="5380" y="6815"/>
                    <a:pt x="3610" y="7447"/>
                  </a:cubicBezTo>
                  <a:cubicBezTo>
                    <a:pt x="1839" y="6815"/>
                    <a:pt x="659" y="5145"/>
                    <a:pt x="659" y="3256"/>
                  </a:cubicBezTo>
                  <a:lnTo>
                    <a:pt x="659" y="1509"/>
                  </a:lnTo>
                  <a:cubicBezTo>
                    <a:pt x="1685" y="1386"/>
                    <a:pt x="2676" y="1111"/>
                    <a:pt x="3610" y="691"/>
                  </a:cubicBezTo>
                  <a:close/>
                  <a:moveTo>
                    <a:pt x="3608" y="1"/>
                  </a:moveTo>
                  <a:cubicBezTo>
                    <a:pt x="3561" y="1"/>
                    <a:pt x="3513" y="10"/>
                    <a:pt x="3468" y="30"/>
                  </a:cubicBezTo>
                  <a:cubicBezTo>
                    <a:pt x="2472" y="497"/>
                    <a:pt x="1407" y="785"/>
                    <a:pt x="297" y="888"/>
                  </a:cubicBezTo>
                  <a:cubicBezTo>
                    <a:pt x="132" y="904"/>
                    <a:pt x="1" y="1045"/>
                    <a:pt x="1" y="1216"/>
                  </a:cubicBezTo>
                  <a:lnTo>
                    <a:pt x="1" y="3256"/>
                  </a:lnTo>
                  <a:cubicBezTo>
                    <a:pt x="1" y="4337"/>
                    <a:pt x="337" y="5373"/>
                    <a:pt x="974" y="6251"/>
                  </a:cubicBezTo>
                  <a:cubicBezTo>
                    <a:pt x="1609" y="7125"/>
                    <a:pt x="2482" y="7765"/>
                    <a:pt x="3505" y="8103"/>
                  </a:cubicBezTo>
                  <a:cubicBezTo>
                    <a:pt x="3536" y="8111"/>
                    <a:pt x="3573" y="8119"/>
                    <a:pt x="3607" y="8119"/>
                  </a:cubicBezTo>
                  <a:cubicBezTo>
                    <a:pt x="3639" y="8119"/>
                    <a:pt x="3675" y="8111"/>
                    <a:pt x="3707" y="8103"/>
                  </a:cubicBezTo>
                  <a:cubicBezTo>
                    <a:pt x="4727" y="7765"/>
                    <a:pt x="5603" y="7125"/>
                    <a:pt x="6238" y="6251"/>
                  </a:cubicBezTo>
                  <a:cubicBezTo>
                    <a:pt x="6875" y="5373"/>
                    <a:pt x="7214" y="4337"/>
                    <a:pt x="7214" y="3256"/>
                  </a:cubicBezTo>
                  <a:lnTo>
                    <a:pt x="7214" y="1216"/>
                  </a:lnTo>
                  <a:cubicBezTo>
                    <a:pt x="7216" y="1045"/>
                    <a:pt x="7088" y="904"/>
                    <a:pt x="6917" y="888"/>
                  </a:cubicBezTo>
                  <a:cubicBezTo>
                    <a:pt x="5810" y="783"/>
                    <a:pt x="4743" y="494"/>
                    <a:pt x="3746" y="30"/>
                  </a:cubicBezTo>
                  <a:cubicBezTo>
                    <a:pt x="3703" y="10"/>
                    <a:pt x="3656" y="1"/>
                    <a:pt x="3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ichroma"/>
                <a:ea typeface="Meiryo" panose="020B0604030504040204" pitchFamily="34" charset="-128"/>
                <a:cs typeface="Arial"/>
                <a:sym typeface="Arial"/>
              </a:endParaRPr>
            </a:p>
          </p:txBody>
        </p:sp>
        <p:sp>
          <p:nvSpPr>
            <p:cNvPr id="1156" name="Google Shape;1156;p39"/>
            <p:cNvSpPr/>
            <p:nvPr/>
          </p:nvSpPr>
          <p:spPr>
            <a:xfrm>
              <a:off x="4627642" y="1348527"/>
              <a:ext cx="70854" cy="61040"/>
            </a:xfrm>
            <a:custGeom>
              <a:avLst/>
              <a:gdLst/>
              <a:ahLst/>
              <a:cxnLst/>
              <a:rect l="l" t="t" r="r" b="b"/>
              <a:pathLst>
                <a:path w="3061" h="2637" extrusionOk="0">
                  <a:moveTo>
                    <a:pt x="2227" y="0"/>
                  </a:moveTo>
                  <a:lnTo>
                    <a:pt x="1262" y="966"/>
                  </a:lnTo>
                  <a:lnTo>
                    <a:pt x="837" y="538"/>
                  </a:lnTo>
                  <a:lnTo>
                    <a:pt x="0" y="1375"/>
                  </a:lnTo>
                  <a:lnTo>
                    <a:pt x="1262" y="2636"/>
                  </a:lnTo>
                  <a:lnTo>
                    <a:pt x="3061" y="837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ichroma"/>
                <a:ea typeface="Meiryo" panose="020B0604030504040204" pitchFamily="34" charset="-128"/>
                <a:cs typeface="Arial"/>
                <a:sym typeface="Arial"/>
              </a:endParaRPr>
            </a:p>
          </p:txBody>
        </p:sp>
        <p:sp>
          <p:nvSpPr>
            <p:cNvPr id="1157" name="Google Shape;1157;p39"/>
            <p:cNvSpPr/>
            <p:nvPr/>
          </p:nvSpPr>
          <p:spPr>
            <a:xfrm>
              <a:off x="4523455" y="1242997"/>
              <a:ext cx="279298" cy="279298"/>
            </a:xfrm>
            <a:custGeom>
              <a:avLst/>
              <a:gdLst/>
              <a:ahLst/>
              <a:cxnLst/>
              <a:rect l="l" t="t" r="r" b="b"/>
              <a:pathLst>
                <a:path w="12066" h="12066" extrusionOk="0">
                  <a:moveTo>
                    <a:pt x="6033" y="657"/>
                  </a:moveTo>
                  <a:cubicBezTo>
                    <a:pt x="8997" y="657"/>
                    <a:pt x="11410" y="3070"/>
                    <a:pt x="11410" y="6033"/>
                  </a:cubicBezTo>
                  <a:cubicBezTo>
                    <a:pt x="11410" y="8997"/>
                    <a:pt x="8997" y="11410"/>
                    <a:pt x="6033" y="11410"/>
                  </a:cubicBezTo>
                  <a:cubicBezTo>
                    <a:pt x="3069" y="11410"/>
                    <a:pt x="656" y="8997"/>
                    <a:pt x="656" y="6033"/>
                  </a:cubicBezTo>
                  <a:cubicBezTo>
                    <a:pt x="656" y="3070"/>
                    <a:pt x="3069" y="657"/>
                    <a:pt x="6033" y="657"/>
                  </a:cubicBezTo>
                  <a:close/>
                  <a:moveTo>
                    <a:pt x="6033" y="1"/>
                  </a:moveTo>
                  <a:cubicBezTo>
                    <a:pt x="2704" y="1"/>
                    <a:pt x="0" y="2705"/>
                    <a:pt x="0" y="6033"/>
                  </a:cubicBezTo>
                  <a:cubicBezTo>
                    <a:pt x="0" y="9359"/>
                    <a:pt x="2704" y="12066"/>
                    <a:pt x="6033" y="12066"/>
                  </a:cubicBezTo>
                  <a:cubicBezTo>
                    <a:pt x="9361" y="12066"/>
                    <a:pt x="12065" y="9359"/>
                    <a:pt x="12065" y="6033"/>
                  </a:cubicBezTo>
                  <a:cubicBezTo>
                    <a:pt x="12065" y="2705"/>
                    <a:pt x="9361" y="1"/>
                    <a:pt x="60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ichroma"/>
                <a:ea typeface="Meiryo" panose="020B0604030504040204" pitchFamily="34" charset="-128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39"/>
          <p:cNvGrpSpPr/>
          <p:nvPr/>
        </p:nvGrpSpPr>
        <p:grpSpPr>
          <a:xfrm>
            <a:off x="6533668" y="3818586"/>
            <a:ext cx="477145" cy="479633"/>
            <a:chOff x="4941870" y="1173231"/>
            <a:chExt cx="386332" cy="388346"/>
          </a:xfrm>
        </p:grpSpPr>
        <p:sp>
          <p:nvSpPr>
            <p:cNvPr id="1159" name="Google Shape;1159;p39"/>
            <p:cNvSpPr/>
            <p:nvPr/>
          </p:nvSpPr>
          <p:spPr>
            <a:xfrm>
              <a:off x="5002771" y="1387553"/>
              <a:ext cx="113376" cy="113376"/>
            </a:xfrm>
            <a:custGeom>
              <a:avLst/>
              <a:gdLst/>
              <a:ahLst/>
              <a:cxnLst/>
              <a:rect l="l" t="t" r="r" b="b"/>
              <a:pathLst>
                <a:path w="4898" h="4898" extrusionOk="0">
                  <a:moveTo>
                    <a:pt x="2450" y="654"/>
                  </a:moveTo>
                  <a:cubicBezTo>
                    <a:pt x="3437" y="654"/>
                    <a:pt x="4242" y="1457"/>
                    <a:pt x="4242" y="2445"/>
                  </a:cubicBezTo>
                  <a:cubicBezTo>
                    <a:pt x="4242" y="3437"/>
                    <a:pt x="3437" y="4239"/>
                    <a:pt x="2450" y="4239"/>
                  </a:cubicBezTo>
                  <a:cubicBezTo>
                    <a:pt x="1462" y="4239"/>
                    <a:pt x="656" y="3437"/>
                    <a:pt x="656" y="2445"/>
                  </a:cubicBezTo>
                  <a:cubicBezTo>
                    <a:pt x="656" y="1457"/>
                    <a:pt x="1459" y="654"/>
                    <a:pt x="2450" y="654"/>
                  </a:cubicBezTo>
                  <a:close/>
                  <a:moveTo>
                    <a:pt x="2450" y="1"/>
                  </a:moveTo>
                  <a:cubicBezTo>
                    <a:pt x="1100" y="1"/>
                    <a:pt x="1" y="1100"/>
                    <a:pt x="1" y="2451"/>
                  </a:cubicBezTo>
                  <a:cubicBezTo>
                    <a:pt x="1" y="3801"/>
                    <a:pt x="1100" y="4898"/>
                    <a:pt x="2450" y="4898"/>
                  </a:cubicBezTo>
                  <a:cubicBezTo>
                    <a:pt x="3801" y="4898"/>
                    <a:pt x="4897" y="3801"/>
                    <a:pt x="4897" y="2451"/>
                  </a:cubicBezTo>
                  <a:cubicBezTo>
                    <a:pt x="4897" y="1100"/>
                    <a:pt x="3801" y="1"/>
                    <a:pt x="24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ichroma"/>
                <a:ea typeface="Meiryo" panose="020B0604030504040204" pitchFamily="34" charset="-128"/>
                <a:cs typeface="Arial"/>
                <a:sym typeface="Arial"/>
              </a:endParaRPr>
            </a:p>
          </p:txBody>
        </p:sp>
        <p:sp>
          <p:nvSpPr>
            <p:cNvPr id="1160" name="Google Shape;1160;p39"/>
            <p:cNvSpPr/>
            <p:nvPr/>
          </p:nvSpPr>
          <p:spPr>
            <a:xfrm>
              <a:off x="4941870" y="1173231"/>
              <a:ext cx="386332" cy="388346"/>
            </a:xfrm>
            <a:custGeom>
              <a:avLst/>
              <a:gdLst/>
              <a:ahLst/>
              <a:cxnLst/>
              <a:rect l="l" t="t" r="r" b="b"/>
              <a:pathLst>
                <a:path w="16690" h="16777" extrusionOk="0">
                  <a:moveTo>
                    <a:pt x="9831" y="696"/>
                  </a:moveTo>
                  <a:cubicBezTo>
                    <a:pt x="11733" y="1672"/>
                    <a:pt x="13868" y="2210"/>
                    <a:pt x="16034" y="2260"/>
                  </a:cubicBezTo>
                  <a:lnTo>
                    <a:pt x="16034" y="6661"/>
                  </a:lnTo>
                  <a:cubicBezTo>
                    <a:pt x="16034" y="10466"/>
                    <a:pt x="13490" y="13826"/>
                    <a:pt x="9831" y="14860"/>
                  </a:cubicBezTo>
                  <a:cubicBezTo>
                    <a:pt x="9614" y="14797"/>
                    <a:pt x="9399" y="14728"/>
                    <a:pt x="9189" y="14650"/>
                  </a:cubicBezTo>
                  <a:cubicBezTo>
                    <a:pt x="9189" y="14600"/>
                    <a:pt x="9178" y="14550"/>
                    <a:pt x="9155" y="14506"/>
                  </a:cubicBezTo>
                  <a:lnTo>
                    <a:pt x="8798" y="13758"/>
                  </a:lnTo>
                  <a:cubicBezTo>
                    <a:pt x="8942" y="13496"/>
                    <a:pt x="9060" y="13218"/>
                    <a:pt x="9147" y="12929"/>
                  </a:cubicBezTo>
                  <a:lnTo>
                    <a:pt x="9829" y="12685"/>
                  </a:lnTo>
                  <a:lnTo>
                    <a:pt x="9829" y="13690"/>
                  </a:lnTo>
                  <a:cubicBezTo>
                    <a:pt x="12837" y="12696"/>
                    <a:pt x="14906" y="9860"/>
                    <a:pt x="14906" y="6663"/>
                  </a:cubicBezTo>
                  <a:lnTo>
                    <a:pt x="14906" y="3319"/>
                  </a:lnTo>
                  <a:cubicBezTo>
                    <a:pt x="13141" y="3154"/>
                    <a:pt x="11418" y="2690"/>
                    <a:pt x="9829" y="1945"/>
                  </a:cubicBezTo>
                  <a:lnTo>
                    <a:pt x="9829" y="7201"/>
                  </a:lnTo>
                  <a:lnTo>
                    <a:pt x="10185" y="7072"/>
                  </a:lnTo>
                  <a:cubicBezTo>
                    <a:pt x="10222" y="6918"/>
                    <a:pt x="10282" y="6773"/>
                    <a:pt x="10361" y="6642"/>
                  </a:cubicBezTo>
                  <a:lnTo>
                    <a:pt x="10191" y="6288"/>
                  </a:lnTo>
                  <a:lnTo>
                    <a:pt x="10526" y="5955"/>
                  </a:lnTo>
                  <a:lnTo>
                    <a:pt x="10880" y="6123"/>
                  </a:lnTo>
                  <a:cubicBezTo>
                    <a:pt x="11014" y="6039"/>
                    <a:pt x="11158" y="5979"/>
                    <a:pt x="11316" y="5942"/>
                  </a:cubicBezTo>
                  <a:lnTo>
                    <a:pt x="11447" y="5572"/>
                  </a:lnTo>
                  <a:lnTo>
                    <a:pt x="11919" y="5572"/>
                  </a:lnTo>
                  <a:lnTo>
                    <a:pt x="12050" y="5942"/>
                  </a:lnTo>
                  <a:cubicBezTo>
                    <a:pt x="12205" y="5981"/>
                    <a:pt x="12352" y="6039"/>
                    <a:pt x="12486" y="6123"/>
                  </a:cubicBezTo>
                  <a:lnTo>
                    <a:pt x="12840" y="5955"/>
                  </a:lnTo>
                  <a:lnTo>
                    <a:pt x="13175" y="6288"/>
                  </a:lnTo>
                  <a:lnTo>
                    <a:pt x="13005" y="6642"/>
                  </a:lnTo>
                  <a:cubicBezTo>
                    <a:pt x="13084" y="6773"/>
                    <a:pt x="13141" y="6918"/>
                    <a:pt x="13181" y="7072"/>
                  </a:cubicBezTo>
                  <a:lnTo>
                    <a:pt x="13553" y="7204"/>
                  </a:lnTo>
                  <a:lnTo>
                    <a:pt x="13548" y="7678"/>
                  </a:lnTo>
                  <a:lnTo>
                    <a:pt x="13178" y="7809"/>
                  </a:lnTo>
                  <a:cubicBezTo>
                    <a:pt x="13139" y="7962"/>
                    <a:pt x="13081" y="8103"/>
                    <a:pt x="13002" y="8229"/>
                  </a:cubicBezTo>
                  <a:lnTo>
                    <a:pt x="13168" y="8583"/>
                  </a:lnTo>
                  <a:lnTo>
                    <a:pt x="12827" y="8921"/>
                  </a:lnTo>
                  <a:lnTo>
                    <a:pt x="12470" y="8751"/>
                  </a:lnTo>
                  <a:cubicBezTo>
                    <a:pt x="12341" y="8827"/>
                    <a:pt x="12205" y="8885"/>
                    <a:pt x="12058" y="8921"/>
                  </a:cubicBezTo>
                  <a:lnTo>
                    <a:pt x="11927" y="9291"/>
                  </a:lnTo>
                  <a:lnTo>
                    <a:pt x="11444" y="9291"/>
                  </a:lnTo>
                  <a:lnTo>
                    <a:pt x="11313" y="8921"/>
                  </a:lnTo>
                  <a:cubicBezTo>
                    <a:pt x="11166" y="8885"/>
                    <a:pt x="11027" y="8827"/>
                    <a:pt x="10899" y="8751"/>
                  </a:cubicBezTo>
                  <a:lnTo>
                    <a:pt x="10542" y="8921"/>
                  </a:lnTo>
                  <a:lnTo>
                    <a:pt x="10201" y="8583"/>
                  </a:lnTo>
                  <a:lnTo>
                    <a:pt x="10369" y="8229"/>
                  </a:lnTo>
                  <a:cubicBezTo>
                    <a:pt x="10290" y="8103"/>
                    <a:pt x="10230" y="7962"/>
                    <a:pt x="10191" y="7809"/>
                  </a:cubicBezTo>
                  <a:lnTo>
                    <a:pt x="9831" y="7684"/>
                  </a:lnTo>
                  <a:lnTo>
                    <a:pt x="9831" y="10771"/>
                  </a:lnTo>
                  <a:lnTo>
                    <a:pt x="9162" y="10535"/>
                  </a:lnTo>
                  <a:cubicBezTo>
                    <a:pt x="9076" y="10236"/>
                    <a:pt x="8958" y="9952"/>
                    <a:pt x="8811" y="9679"/>
                  </a:cubicBezTo>
                  <a:lnTo>
                    <a:pt x="9168" y="8929"/>
                  </a:lnTo>
                  <a:cubicBezTo>
                    <a:pt x="9228" y="8803"/>
                    <a:pt x="9202" y="8657"/>
                    <a:pt x="9107" y="8557"/>
                  </a:cubicBezTo>
                  <a:lnTo>
                    <a:pt x="8258" y="7705"/>
                  </a:lnTo>
                  <a:cubicBezTo>
                    <a:pt x="8193" y="7642"/>
                    <a:pt x="8108" y="7609"/>
                    <a:pt x="8022" y="7609"/>
                  </a:cubicBezTo>
                  <a:cubicBezTo>
                    <a:pt x="7974" y="7609"/>
                    <a:pt x="7927" y="7619"/>
                    <a:pt x="7883" y="7639"/>
                  </a:cubicBezTo>
                  <a:lnTo>
                    <a:pt x="7140" y="7993"/>
                  </a:lnTo>
                  <a:cubicBezTo>
                    <a:pt x="6865" y="7841"/>
                    <a:pt x="6571" y="7718"/>
                    <a:pt x="6267" y="7631"/>
                  </a:cubicBezTo>
                  <a:lnTo>
                    <a:pt x="5989" y="6849"/>
                  </a:lnTo>
                  <a:cubicBezTo>
                    <a:pt x="5942" y="6718"/>
                    <a:pt x="5818" y="6634"/>
                    <a:pt x="5679" y="6634"/>
                  </a:cubicBezTo>
                  <a:lnTo>
                    <a:pt x="4481" y="6634"/>
                  </a:lnTo>
                  <a:cubicBezTo>
                    <a:pt x="4342" y="6634"/>
                    <a:pt x="4218" y="6721"/>
                    <a:pt x="4171" y="6849"/>
                  </a:cubicBezTo>
                  <a:lnTo>
                    <a:pt x="3893" y="7631"/>
                  </a:lnTo>
                  <a:cubicBezTo>
                    <a:pt x="3825" y="7649"/>
                    <a:pt x="3759" y="7673"/>
                    <a:pt x="3691" y="7697"/>
                  </a:cubicBezTo>
                  <a:cubicBezTo>
                    <a:pt x="3647" y="7350"/>
                    <a:pt x="3628" y="7007"/>
                    <a:pt x="3628" y="6661"/>
                  </a:cubicBezTo>
                  <a:lnTo>
                    <a:pt x="3628" y="2260"/>
                  </a:lnTo>
                  <a:cubicBezTo>
                    <a:pt x="5792" y="2210"/>
                    <a:pt x="7927" y="1672"/>
                    <a:pt x="9831" y="696"/>
                  </a:cubicBezTo>
                  <a:close/>
                  <a:moveTo>
                    <a:pt x="5449" y="7282"/>
                  </a:moveTo>
                  <a:lnTo>
                    <a:pt x="5706" y="8006"/>
                  </a:lnTo>
                  <a:cubicBezTo>
                    <a:pt x="5742" y="8111"/>
                    <a:pt x="5831" y="8190"/>
                    <a:pt x="5936" y="8216"/>
                  </a:cubicBezTo>
                  <a:cubicBezTo>
                    <a:pt x="6293" y="8305"/>
                    <a:pt x="6634" y="8447"/>
                    <a:pt x="6951" y="8641"/>
                  </a:cubicBezTo>
                  <a:cubicBezTo>
                    <a:pt x="7005" y="8673"/>
                    <a:pt x="7066" y="8690"/>
                    <a:pt x="7125" y="8690"/>
                  </a:cubicBezTo>
                  <a:cubicBezTo>
                    <a:pt x="7173" y="8690"/>
                    <a:pt x="7220" y="8679"/>
                    <a:pt x="7264" y="8657"/>
                  </a:cubicBezTo>
                  <a:lnTo>
                    <a:pt x="7956" y="8329"/>
                  </a:lnTo>
                  <a:lnTo>
                    <a:pt x="8478" y="8853"/>
                  </a:lnTo>
                  <a:lnTo>
                    <a:pt x="8145" y="9551"/>
                  </a:lnTo>
                  <a:cubicBezTo>
                    <a:pt x="8100" y="9651"/>
                    <a:pt x="8103" y="9769"/>
                    <a:pt x="8163" y="9860"/>
                  </a:cubicBezTo>
                  <a:cubicBezTo>
                    <a:pt x="8349" y="10170"/>
                    <a:pt x="8486" y="10508"/>
                    <a:pt x="8572" y="10862"/>
                  </a:cubicBezTo>
                  <a:cubicBezTo>
                    <a:pt x="8599" y="10970"/>
                    <a:pt x="8677" y="11059"/>
                    <a:pt x="8782" y="11096"/>
                  </a:cubicBezTo>
                  <a:lnTo>
                    <a:pt x="9503" y="11350"/>
                  </a:lnTo>
                  <a:lnTo>
                    <a:pt x="9501" y="12103"/>
                  </a:lnTo>
                  <a:lnTo>
                    <a:pt x="8769" y="12360"/>
                  </a:lnTo>
                  <a:cubicBezTo>
                    <a:pt x="8667" y="12397"/>
                    <a:pt x="8588" y="12483"/>
                    <a:pt x="8562" y="12591"/>
                  </a:cubicBezTo>
                  <a:cubicBezTo>
                    <a:pt x="8473" y="12934"/>
                    <a:pt x="8336" y="13262"/>
                    <a:pt x="8153" y="13567"/>
                  </a:cubicBezTo>
                  <a:cubicBezTo>
                    <a:pt x="8092" y="13664"/>
                    <a:pt x="8090" y="13776"/>
                    <a:pt x="8137" y="13879"/>
                  </a:cubicBezTo>
                  <a:lnTo>
                    <a:pt x="8467" y="14574"/>
                  </a:lnTo>
                  <a:lnTo>
                    <a:pt x="7927" y="15111"/>
                  </a:lnTo>
                  <a:lnTo>
                    <a:pt x="7224" y="14778"/>
                  </a:lnTo>
                  <a:cubicBezTo>
                    <a:pt x="7179" y="14756"/>
                    <a:pt x="7129" y="14745"/>
                    <a:pt x="7080" y="14745"/>
                  </a:cubicBezTo>
                  <a:cubicBezTo>
                    <a:pt x="7024" y="14745"/>
                    <a:pt x="6968" y="14759"/>
                    <a:pt x="6917" y="14789"/>
                  </a:cubicBezTo>
                  <a:cubicBezTo>
                    <a:pt x="6616" y="14970"/>
                    <a:pt x="6290" y="15106"/>
                    <a:pt x="5952" y="15187"/>
                  </a:cubicBezTo>
                  <a:cubicBezTo>
                    <a:pt x="5845" y="15214"/>
                    <a:pt x="5758" y="15292"/>
                    <a:pt x="5724" y="15397"/>
                  </a:cubicBezTo>
                  <a:lnTo>
                    <a:pt x="5464" y="16124"/>
                  </a:lnTo>
                  <a:lnTo>
                    <a:pt x="4696" y="16124"/>
                  </a:lnTo>
                  <a:lnTo>
                    <a:pt x="4439" y="15397"/>
                  </a:lnTo>
                  <a:cubicBezTo>
                    <a:pt x="4402" y="15292"/>
                    <a:pt x="4313" y="15216"/>
                    <a:pt x="4208" y="15187"/>
                  </a:cubicBezTo>
                  <a:cubicBezTo>
                    <a:pt x="3870" y="15101"/>
                    <a:pt x="3547" y="14967"/>
                    <a:pt x="3245" y="14789"/>
                  </a:cubicBezTo>
                  <a:cubicBezTo>
                    <a:pt x="3193" y="14759"/>
                    <a:pt x="3136" y="14744"/>
                    <a:pt x="3080" y="14744"/>
                  </a:cubicBezTo>
                  <a:cubicBezTo>
                    <a:pt x="3031" y="14744"/>
                    <a:pt x="2982" y="14755"/>
                    <a:pt x="2936" y="14778"/>
                  </a:cubicBezTo>
                  <a:lnTo>
                    <a:pt x="2236" y="15111"/>
                  </a:lnTo>
                  <a:lnTo>
                    <a:pt x="1693" y="14574"/>
                  </a:lnTo>
                  <a:lnTo>
                    <a:pt x="2026" y="13879"/>
                  </a:lnTo>
                  <a:cubicBezTo>
                    <a:pt x="2070" y="13782"/>
                    <a:pt x="2068" y="13664"/>
                    <a:pt x="2007" y="13567"/>
                  </a:cubicBezTo>
                  <a:cubicBezTo>
                    <a:pt x="1824" y="13262"/>
                    <a:pt x="1687" y="12934"/>
                    <a:pt x="1598" y="12591"/>
                  </a:cubicBezTo>
                  <a:cubicBezTo>
                    <a:pt x="1572" y="12486"/>
                    <a:pt x="1493" y="12399"/>
                    <a:pt x="1391" y="12360"/>
                  </a:cubicBezTo>
                  <a:lnTo>
                    <a:pt x="662" y="12103"/>
                  </a:lnTo>
                  <a:lnTo>
                    <a:pt x="657" y="11350"/>
                  </a:lnTo>
                  <a:lnTo>
                    <a:pt x="1378" y="11096"/>
                  </a:lnTo>
                  <a:cubicBezTo>
                    <a:pt x="1483" y="11059"/>
                    <a:pt x="1561" y="10970"/>
                    <a:pt x="1588" y="10862"/>
                  </a:cubicBezTo>
                  <a:cubicBezTo>
                    <a:pt x="1674" y="10508"/>
                    <a:pt x="1811" y="10170"/>
                    <a:pt x="1999" y="9860"/>
                  </a:cubicBezTo>
                  <a:cubicBezTo>
                    <a:pt x="2055" y="9763"/>
                    <a:pt x="2060" y="9651"/>
                    <a:pt x="2015" y="9551"/>
                  </a:cubicBezTo>
                  <a:lnTo>
                    <a:pt x="1685" y="8853"/>
                  </a:lnTo>
                  <a:lnTo>
                    <a:pt x="2204" y="8329"/>
                  </a:lnTo>
                  <a:lnTo>
                    <a:pt x="2896" y="8657"/>
                  </a:lnTo>
                  <a:cubicBezTo>
                    <a:pt x="2942" y="8679"/>
                    <a:pt x="2990" y="8690"/>
                    <a:pt x="3038" y="8690"/>
                  </a:cubicBezTo>
                  <a:cubicBezTo>
                    <a:pt x="3097" y="8690"/>
                    <a:pt x="3156" y="8673"/>
                    <a:pt x="3209" y="8641"/>
                  </a:cubicBezTo>
                  <a:cubicBezTo>
                    <a:pt x="3523" y="8447"/>
                    <a:pt x="3864" y="8305"/>
                    <a:pt x="4224" y="8216"/>
                  </a:cubicBezTo>
                  <a:cubicBezTo>
                    <a:pt x="4334" y="8190"/>
                    <a:pt x="4418" y="8111"/>
                    <a:pt x="4454" y="8006"/>
                  </a:cubicBezTo>
                  <a:lnTo>
                    <a:pt x="4714" y="7282"/>
                  </a:lnTo>
                  <a:close/>
                  <a:moveTo>
                    <a:pt x="9832" y="1"/>
                  </a:moveTo>
                  <a:cubicBezTo>
                    <a:pt x="9779" y="1"/>
                    <a:pt x="9726" y="13"/>
                    <a:pt x="9677" y="38"/>
                  </a:cubicBezTo>
                  <a:cubicBezTo>
                    <a:pt x="7736" y="1066"/>
                    <a:pt x="5530" y="1606"/>
                    <a:pt x="3300" y="1606"/>
                  </a:cubicBezTo>
                  <a:cubicBezTo>
                    <a:pt x="3119" y="1606"/>
                    <a:pt x="2973" y="1756"/>
                    <a:pt x="2973" y="1934"/>
                  </a:cubicBezTo>
                  <a:lnTo>
                    <a:pt x="2973" y="6661"/>
                  </a:lnTo>
                  <a:cubicBezTo>
                    <a:pt x="2973" y="7096"/>
                    <a:pt x="3004" y="7539"/>
                    <a:pt x="3067" y="7972"/>
                  </a:cubicBezTo>
                  <a:cubicBezTo>
                    <a:pt x="3051" y="7977"/>
                    <a:pt x="3038" y="7988"/>
                    <a:pt x="3022" y="7993"/>
                  </a:cubicBezTo>
                  <a:lnTo>
                    <a:pt x="2278" y="7639"/>
                  </a:lnTo>
                  <a:cubicBezTo>
                    <a:pt x="2233" y="7619"/>
                    <a:pt x="2186" y="7609"/>
                    <a:pt x="2138" y="7609"/>
                  </a:cubicBezTo>
                  <a:cubicBezTo>
                    <a:pt x="2052" y="7609"/>
                    <a:pt x="1967" y="7642"/>
                    <a:pt x="1902" y="7705"/>
                  </a:cubicBezTo>
                  <a:lnTo>
                    <a:pt x="1055" y="8557"/>
                  </a:lnTo>
                  <a:cubicBezTo>
                    <a:pt x="956" y="8657"/>
                    <a:pt x="932" y="8803"/>
                    <a:pt x="992" y="8929"/>
                  </a:cubicBezTo>
                  <a:lnTo>
                    <a:pt x="1349" y="9679"/>
                  </a:lnTo>
                  <a:cubicBezTo>
                    <a:pt x="1202" y="9952"/>
                    <a:pt x="1084" y="10241"/>
                    <a:pt x="998" y="10535"/>
                  </a:cubicBezTo>
                  <a:lnTo>
                    <a:pt x="221" y="10810"/>
                  </a:lnTo>
                  <a:cubicBezTo>
                    <a:pt x="90" y="10857"/>
                    <a:pt x="1" y="10980"/>
                    <a:pt x="6" y="11122"/>
                  </a:cubicBezTo>
                  <a:lnTo>
                    <a:pt x="11" y="12334"/>
                  </a:lnTo>
                  <a:cubicBezTo>
                    <a:pt x="11" y="12473"/>
                    <a:pt x="101" y="12596"/>
                    <a:pt x="229" y="12643"/>
                  </a:cubicBezTo>
                  <a:lnTo>
                    <a:pt x="1016" y="12921"/>
                  </a:lnTo>
                  <a:cubicBezTo>
                    <a:pt x="1100" y="13210"/>
                    <a:pt x="1218" y="13488"/>
                    <a:pt x="1362" y="13750"/>
                  </a:cubicBezTo>
                  <a:lnTo>
                    <a:pt x="1005" y="14498"/>
                  </a:lnTo>
                  <a:cubicBezTo>
                    <a:pt x="945" y="14624"/>
                    <a:pt x="971" y="14773"/>
                    <a:pt x="1071" y="14873"/>
                  </a:cubicBezTo>
                  <a:lnTo>
                    <a:pt x="1939" y="15733"/>
                  </a:lnTo>
                  <a:cubicBezTo>
                    <a:pt x="2002" y="15796"/>
                    <a:pt x="2085" y="15829"/>
                    <a:pt x="2168" y="15829"/>
                  </a:cubicBezTo>
                  <a:cubicBezTo>
                    <a:pt x="2216" y="15829"/>
                    <a:pt x="2264" y="15818"/>
                    <a:pt x="2309" y="15796"/>
                  </a:cubicBezTo>
                  <a:lnTo>
                    <a:pt x="3064" y="15439"/>
                  </a:lnTo>
                  <a:cubicBezTo>
                    <a:pt x="3324" y="15581"/>
                    <a:pt x="3594" y="15691"/>
                    <a:pt x="3880" y="15778"/>
                  </a:cubicBezTo>
                  <a:lnTo>
                    <a:pt x="4158" y="16559"/>
                  </a:lnTo>
                  <a:cubicBezTo>
                    <a:pt x="4205" y="16690"/>
                    <a:pt x="4329" y="16777"/>
                    <a:pt x="4468" y="16777"/>
                  </a:cubicBezTo>
                  <a:lnTo>
                    <a:pt x="5698" y="16777"/>
                  </a:lnTo>
                  <a:cubicBezTo>
                    <a:pt x="5834" y="16777"/>
                    <a:pt x="5960" y="16688"/>
                    <a:pt x="6005" y="16559"/>
                  </a:cubicBezTo>
                  <a:lnTo>
                    <a:pt x="6283" y="15778"/>
                  </a:lnTo>
                  <a:cubicBezTo>
                    <a:pt x="6566" y="15694"/>
                    <a:pt x="6839" y="15581"/>
                    <a:pt x="7101" y="15439"/>
                  </a:cubicBezTo>
                  <a:lnTo>
                    <a:pt x="7854" y="15796"/>
                  </a:lnTo>
                  <a:cubicBezTo>
                    <a:pt x="7899" y="15818"/>
                    <a:pt x="7947" y="15828"/>
                    <a:pt x="7995" y="15828"/>
                  </a:cubicBezTo>
                  <a:cubicBezTo>
                    <a:pt x="8079" y="15828"/>
                    <a:pt x="8161" y="15795"/>
                    <a:pt x="8223" y="15733"/>
                  </a:cubicBezTo>
                  <a:lnTo>
                    <a:pt x="8774" y="15187"/>
                  </a:lnTo>
                  <a:cubicBezTo>
                    <a:pt x="9094" y="15311"/>
                    <a:pt x="9417" y="15418"/>
                    <a:pt x="9745" y="15507"/>
                  </a:cubicBezTo>
                  <a:cubicBezTo>
                    <a:pt x="9776" y="15515"/>
                    <a:pt x="9802" y="15518"/>
                    <a:pt x="9831" y="15518"/>
                  </a:cubicBezTo>
                  <a:cubicBezTo>
                    <a:pt x="9860" y="15518"/>
                    <a:pt x="9889" y="15515"/>
                    <a:pt x="9915" y="15507"/>
                  </a:cubicBezTo>
                  <a:cubicBezTo>
                    <a:pt x="10899" y="15243"/>
                    <a:pt x="11822" y="14815"/>
                    <a:pt x="12661" y="14248"/>
                  </a:cubicBezTo>
                  <a:cubicBezTo>
                    <a:pt x="13480" y="13695"/>
                    <a:pt x="14198" y="13013"/>
                    <a:pt x="14802" y="12226"/>
                  </a:cubicBezTo>
                  <a:cubicBezTo>
                    <a:pt x="15405" y="11439"/>
                    <a:pt x="15869" y="10566"/>
                    <a:pt x="16192" y="9630"/>
                  </a:cubicBezTo>
                  <a:cubicBezTo>
                    <a:pt x="16520" y="8672"/>
                    <a:pt x="16687" y="7668"/>
                    <a:pt x="16687" y="6650"/>
                  </a:cubicBezTo>
                  <a:lnTo>
                    <a:pt x="16687" y="1934"/>
                  </a:lnTo>
                  <a:cubicBezTo>
                    <a:pt x="16690" y="1756"/>
                    <a:pt x="16543" y="1606"/>
                    <a:pt x="16362" y="1606"/>
                  </a:cubicBezTo>
                  <a:cubicBezTo>
                    <a:pt x="14133" y="1606"/>
                    <a:pt x="11930" y="1064"/>
                    <a:pt x="9986" y="38"/>
                  </a:cubicBezTo>
                  <a:cubicBezTo>
                    <a:pt x="9937" y="13"/>
                    <a:pt x="9885" y="1"/>
                    <a:pt x="98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ichroma"/>
                <a:ea typeface="Meiryo" panose="020B0604030504040204" pitchFamily="34" charset="-128"/>
                <a:cs typeface="Arial"/>
                <a:sym typeface="Arial"/>
              </a:endParaRPr>
            </a:p>
          </p:txBody>
        </p:sp>
        <p:sp>
          <p:nvSpPr>
            <p:cNvPr id="1161" name="Google Shape;1161;p39"/>
            <p:cNvSpPr/>
            <p:nvPr/>
          </p:nvSpPr>
          <p:spPr>
            <a:xfrm>
              <a:off x="5193043" y="1326004"/>
              <a:ext cx="38587" cy="38564"/>
            </a:xfrm>
            <a:custGeom>
              <a:avLst/>
              <a:gdLst/>
              <a:ahLst/>
              <a:cxnLst/>
              <a:rect l="l" t="t" r="r" b="b"/>
              <a:pathLst>
                <a:path w="1667" h="1666" extrusionOk="0">
                  <a:moveTo>
                    <a:pt x="832" y="0"/>
                  </a:moveTo>
                  <a:cubicBezTo>
                    <a:pt x="373" y="0"/>
                    <a:pt x="1" y="375"/>
                    <a:pt x="1" y="834"/>
                  </a:cubicBezTo>
                  <a:cubicBezTo>
                    <a:pt x="1" y="1296"/>
                    <a:pt x="373" y="1666"/>
                    <a:pt x="832" y="1666"/>
                  </a:cubicBezTo>
                  <a:cubicBezTo>
                    <a:pt x="1291" y="1666"/>
                    <a:pt x="1666" y="1293"/>
                    <a:pt x="1666" y="834"/>
                  </a:cubicBezTo>
                  <a:cubicBezTo>
                    <a:pt x="1666" y="375"/>
                    <a:pt x="1291" y="0"/>
                    <a:pt x="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ichroma"/>
                <a:ea typeface="Meiryo" panose="020B0604030504040204" pitchFamily="34" charset="-128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 dirty="0">
                <a:ea typeface="Meiryo" panose="020B0604030504040204" pitchFamily="34" charset="-128"/>
              </a:rPr>
              <a:t>High Priority Recommendations</a:t>
            </a:r>
            <a:endParaRPr sz="4000" dirty="0">
              <a:ea typeface="Meiryo" panose="020B0604030504040204" pitchFamily="34" charset="-128"/>
            </a:endParaRPr>
          </a:p>
        </p:txBody>
      </p:sp>
      <p:sp>
        <p:nvSpPr>
          <p:cNvPr id="1258" name="Google Shape;1258;p42"/>
          <p:cNvSpPr/>
          <p:nvPr/>
        </p:nvSpPr>
        <p:spPr>
          <a:xfrm>
            <a:off x="8507800" y="4872467"/>
            <a:ext cx="3048000" cy="304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59" name="Google Shape;1259;p42"/>
          <p:cNvGrpSpPr/>
          <p:nvPr/>
        </p:nvGrpSpPr>
        <p:grpSpPr>
          <a:xfrm>
            <a:off x="4174277" y="5156911"/>
            <a:ext cx="1178737" cy="1282471"/>
            <a:chOff x="1126357" y="3794258"/>
            <a:chExt cx="884053" cy="961853"/>
          </a:xfrm>
        </p:grpSpPr>
        <p:sp>
          <p:nvSpPr>
            <p:cNvPr id="1260" name="Google Shape;1260;p42"/>
            <p:cNvSpPr/>
            <p:nvPr/>
          </p:nvSpPr>
          <p:spPr>
            <a:xfrm>
              <a:off x="1126357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1" name="Google Shape;1261;p42"/>
            <p:cNvSpPr/>
            <p:nvPr/>
          </p:nvSpPr>
          <p:spPr>
            <a:xfrm>
              <a:off x="1126357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2" name="Google Shape;1262;p42"/>
            <p:cNvSpPr/>
            <p:nvPr/>
          </p:nvSpPr>
          <p:spPr>
            <a:xfrm>
              <a:off x="1126357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3" name="Google Shape;1263;p42"/>
            <p:cNvSpPr/>
            <p:nvPr/>
          </p:nvSpPr>
          <p:spPr>
            <a:xfrm>
              <a:off x="1126357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4" name="Google Shape;1264;p42"/>
            <p:cNvSpPr/>
            <p:nvPr/>
          </p:nvSpPr>
          <p:spPr>
            <a:xfrm>
              <a:off x="1126357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5" name="Google Shape;1265;p42"/>
            <p:cNvSpPr/>
            <p:nvPr/>
          </p:nvSpPr>
          <p:spPr>
            <a:xfrm>
              <a:off x="1126357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6" name="Google Shape;1266;p42"/>
            <p:cNvSpPr/>
            <p:nvPr/>
          </p:nvSpPr>
          <p:spPr>
            <a:xfrm>
              <a:off x="1126357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7" name="Google Shape;1267;p42"/>
            <p:cNvSpPr/>
            <p:nvPr/>
          </p:nvSpPr>
          <p:spPr>
            <a:xfrm>
              <a:off x="1292673" y="379425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8" name="Google Shape;1268;p42"/>
            <p:cNvSpPr/>
            <p:nvPr/>
          </p:nvSpPr>
          <p:spPr>
            <a:xfrm>
              <a:off x="1292673" y="394564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9" name="Google Shape;1269;p42"/>
            <p:cNvSpPr/>
            <p:nvPr/>
          </p:nvSpPr>
          <p:spPr>
            <a:xfrm>
              <a:off x="1292673" y="409703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0" name="Google Shape;1270;p42"/>
            <p:cNvSpPr/>
            <p:nvPr/>
          </p:nvSpPr>
          <p:spPr>
            <a:xfrm>
              <a:off x="1292673" y="424841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1" name="Google Shape;1271;p42"/>
            <p:cNvSpPr/>
            <p:nvPr/>
          </p:nvSpPr>
          <p:spPr>
            <a:xfrm>
              <a:off x="1292673" y="4399803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2" name="Google Shape;1272;p42"/>
            <p:cNvSpPr/>
            <p:nvPr/>
          </p:nvSpPr>
          <p:spPr>
            <a:xfrm>
              <a:off x="1292673" y="4551189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3" name="Google Shape;1273;p42"/>
            <p:cNvSpPr/>
            <p:nvPr/>
          </p:nvSpPr>
          <p:spPr>
            <a:xfrm>
              <a:off x="1292673" y="4702576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1274;p42"/>
            <p:cNvSpPr/>
            <p:nvPr/>
          </p:nvSpPr>
          <p:spPr>
            <a:xfrm>
              <a:off x="1458993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1275;p42"/>
            <p:cNvSpPr/>
            <p:nvPr/>
          </p:nvSpPr>
          <p:spPr>
            <a:xfrm>
              <a:off x="1458993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1276;p42"/>
            <p:cNvSpPr/>
            <p:nvPr/>
          </p:nvSpPr>
          <p:spPr>
            <a:xfrm>
              <a:off x="1458993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1458993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1458993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1458993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1458993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1" name="Google Shape;1281;p42"/>
            <p:cNvSpPr/>
            <p:nvPr/>
          </p:nvSpPr>
          <p:spPr>
            <a:xfrm>
              <a:off x="1625309" y="379432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2" name="Google Shape;1282;p42"/>
            <p:cNvSpPr/>
            <p:nvPr/>
          </p:nvSpPr>
          <p:spPr>
            <a:xfrm>
              <a:off x="1625309" y="394571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1625309" y="409710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1625309" y="424848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1625309" y="439987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1625309" y="455126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7" name="Google Shape;1287;p42"/>
            <p:cNvSpPr/>
            <p:nvPr/>
          </p:nvSpPr>
          <p:spPr>
            <a:xfrm>
              <a:off x="1625309" y="470264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1790694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9" name="Google Shape;1289;p42"/>
            <p:cNvSpPr/>
            <p:nvPr/>
          </p:nvSpPr>
          <p:spPr>
            <a:xfrm>
              <a:off x="1790694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0" name="Google Shape;1290;p42"/>
            <p:cNvSpPr/>
            <p:nvPr/>
          </p:nvSpPr>
          <p:spPr>
            <a:xfrm>
              <a:off x="1790694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1" name="Google Shape;1291;p42"/>
            <p:cNvSpPr/>
            <p:nvPr/>
          </p:nvSpPr>
          <p:spPr>
            <a:xfrm>
              <a:off x="1790694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2" name="Google Shape;1292;p42"/>
            <p:cNvSpPr/>
            <p:nvPr/>
          </p:nvSpPr>
          <p:spPr>
            <a:xfrm>
              <a:off x="1790694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3" name="Google Shape;1293;p42"/>
            <p:cNvSpPr/>
            <p:nvPr/>
          </p:nvSpPr>
          <p:spPr>
            <a:xfrm>
              <a:off x="1790694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4" name="Google Shape;1294;p42"/>
            <p:cNvSpPr/>
            <p:nvPr/>
          </p:nvSpPr>
          <p:spPr>
            <a:xfrm>
              <a:off x="1790694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5" name="Google Shape;1295;p42"/>
            <p:cNvSpPr/>
            <p:nvPr/>
          </p:nvSpPr>
          <p:spPr>
            <a:xfrm>
              <a:off x="1957010" y="3794392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6" name="Google Shape;1296;p42"/>
            <p:cNvSpPr/>
            <p:nvPr/>
          </p:nvSpPr>
          <p:spPr>
            <a:xfrm>
              <a:off x="1957010" y="3945778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7" name="Google Shape;1297;p42"/>
            <p:cNvSpPr/>
            <p:nvPr/>
          </p:nvSpPr>
          <p:spPr>
            <a:xfrm>
              <a:off x="1957010" y="4097165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8" name="Google Shape;1298;p42"/>
            <p:cNvSpPr/>
            <p:nvPr/>
          </p:nvSpPr>
          <p:spPr>
            <a:xfrm>
              <a:off x="1957010" y="4248551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9" name="Google Shape;1299;p42"/>
            <p:cNvSpPr/>
            <p:nvPr/>
          </p:nvSpPr>
          <p:spPr>
            <a:xfrm>
              <a:off x="1957010" y="4399937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0" name="Google Shape;1300;p42"/>
            <p:cNvSpPr/>
            <p:nvPr/>
          </p:nvSpPr>
          <p:spPr>
            <a:xfrm>
              <a:off x="1957010" y="4551324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1" name="Google Shape;1301;p42"/>
            <p:cNvSpPr/>
            <p:nvPr/>
          </p:nvSpPr>
          <p:spPr>
            <a:xfrm>
              <a:off x="1957010" y="4702710"/>
              <a:ext cx="53400" cy="53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302" name="Google Shape;13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34" y="1660734"/>
            <a:ext cx="3847900" cy="38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ea typeface="Meiryo" panose="020B0604030504040204" pitchFamily="34" charset="-128"/>
              </a:rPr>
              <a:t>Risk-Reduction Strategies</a:t>
            </a:r>
            <a:endParaRPr dirty="0">
              <a:ea typeface="Meiryo" panose="020B0604030504040204" pitchFamily="34" charset="-128"/>
            </a:endParaRPr>
          </a:p>
        </p:txBody>
      </p:sp>
      <p:sp>
        <p:nvSpPr>
          <p:cNvPr id="1221" name="Google Shape;1221;p4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>
                <a:latin typeface="Michroma"/>
                <a:ea typeface="Meiryo" panose="020B0604030504040204" pitchFamily="34" charset="-128"/>
              </a:rPr>
              <a:t>Employ external auditing team to evaluate infrastructure annually</a:t>
            </a:r>
            <a:endParaRPr dirty="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222" name="Google Shape;1222;p41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>
                <a:latin typeface="Michroma"/>
                <a:ea typeface="Meiryo" panose="020B0604030504040204" pitchFamily="34" charset="-128"/>
              </a:rPr>
              <a:t>Frequently update plans to reflect changes in threat landscape.</a:t>
            </a:r>
            <a:endParaRPr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223" name="Google Shape;1223;p41"/>
          <p:cNvSpPr txBox="1">
            <a:spLocks noGrp="1"/>
          </p:cNvSpPr>
          <p:nvPr>
            <p:ph type="subTitle" idx="3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>
                <a:latin typeface="Michroma"/>
                <a:ea typeface="Meiryo" panose="020B0604030504040204" pitchFamily="34" charset="-128"/>
              </a:rPr>
              <a:t>Assistance in incident prevention, detection, and response.</a:t>
            </a:r>
            <a:endParaRPr>
              <a:latin typeface="Michroma"/>
              <a:ea typeface="Meiryo" panose="020B0604030504040204" pitchFamily="34" charset="-128"/>
            </a:endParaRPr>
          </a:p>
          <a:p>
            <a:pPr marL="0" indent="0"/>
            <a:endParaRPr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224" name="Google Shape;1224;p41"/>
          <p:cNvSpPr txBox="1">
            <a:spLocks noGrp="1"/>
          </p:cNvSpPr>
          <p:nvPr>
            <p:ph type="subTitle" idx="4"/>
          </p:nvPr>
        </p:nvSpPr>
        <p:spPr>
          <a:xfrm>
            <a:off x="1100537" y="3137617"/>
            <a:ext cx="2990000" cy="70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>
                <a:ea typeface="Meiryo" panose="020B0604030504040204" pitchFamily="34" charset="-128"/>
              </a:rPr>
              <a:t>Security Audits</a:t>
            </a:r>
            <a:endParaRPr sz="1600" dirty="0">
              <a:ea typeface="Meiryo" panose="020B0604030504040204" pitchFamily="34" charset="-128"/>
            </a:endParaRPr>
          </a:p>
        </p:txBody>
      </p:sp>
      <p:sp>
        <p:nvSpPr>
          <p:cNvPr id="1225" name="Google Shape;1225;p41"/>
          <p:cNvSpPr txBox="1">
            <a:spLocks noGrp="1"/>
          </p:cNvSpPr>
          <p:nvPr>
            <p:ph type="subTitle" idx="5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>
                <a:ea typeface="Meiryo" panose="020B0604030504040204" pitchFamily="34" charset="-128"/>
              </a:rPr>
              <a:t>Disaster Recovery Plan</a:t>
            </a:r>
            <a:endParaRPr sz="1600">
              <a:ea typeface="Meiryo" panose="020B0604030504040204" pitchFamily="34" charset="-128"/>
            </a:endParaRPr>
          </a:p>
        </p:txBody>
      </p:sp>
      <p:sp>
        <p:nvSpPr>
          <p:cNvPr id="1226" name="Google Shape;1226;p41"/>
          <p:cNvSpPr txBox="1">
            <a:spLocks noGrp="1"/>
          </p:cNvSpPr>
          <p:nvPr>
            <p:ph type="subTitle" idx="6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>
                <a:ea typeface="Meiryo" panose="020B0604030504040204" pitchFamily="34" charset="-128"/>
              </a:rPr>
              <a:t>Dedicated Cybersecurity Staff</a:t>
            </a:r>
            <a:endParaRPr sz="1600">
              <a:ea typeface="Meiryo" panose="020B0604030504040204" pitchFamily="34" charset="-128"/>
            </a:endParaRPr>
          </a:p>
        </p:txBody>
      </p:sp>
      <p:sp>
        <p:nvSpPr>
          <p:cNvPr id="1227" name="Google Shape;1227;p41"/>
          <p:cNvSpPr/>
          <p:nvPr/>
        </p:nvSpPr>
        <p:spPr>
          <a:xfrm>
            <a:off x="2260133" y="2530751"/>
            <a:ext cx="670800" cy="67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228" name="Google Shape;1228;p41"/>
          <p:cNvSpPr/>
          <p:nvPr/>
        </p:nvSpPr>
        <p:spPr>
          <a:xfrm>
            <a:off x="5699084" y="2530751"/>
            <a:ext cx="670800" cy="67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Michroma"/>
              <a:ea typeface="Meiryo" panose="020B0604030504040204" pitchFamily="34" charset="-128"/>
            </a:endParaRPr>
          </a:p>
        </p:txBody>
      </p:sp>
      <p:sp>
        <p:nvSpPr>
          <p:cNvPr id="1229" name="Google Shape;1229;p41"/>
          <p:cNvSpPr/>
          <p:nvPr/>
        </p:nvSpPr>
        <p:spPr>
          <a:xfrm>
            <a:off x="9261067" y="2530751"/>
            <a:ext cx="670800" cy="67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Michroma"/>
              <a:ea typeface="Meiryo" panose="020B0604030504040204" pitchFamily="34" charset="-128"/>
            </a:endParaRPr>
          </a:p>
        </p:txBody>
      </p:sp>
      <p:grpSp>
        <p:nvGrpSpPr>
          <p:cNvPr id="1230" name="Google Shape;1230;p41"/>
          <p:cNvGrpSpPr/>
          <p:nvPr/>
        </p:nvGrpSpPr>
        <p:grpSpPr>
          <a:xfrm>
            <a:off x="2355577" y="2626202"/>
            <a:ext cx="479919" cy="479919"/>
            <a:chOff x="2551821" y="1160615"/>
            <a:chExt cx="388577" cy="388577"/>
          </a:xfrm>
        </p:grpSpPr>
        <p:sp>
          <p:nvSpPr>
            <p:cNvPr id="1231" name="Google Shape;1231;p41"/>
            <p:cNvSpPr/>
            <p:nvPr/>
          </p:nvSpPr>
          <p:spPr>
            <a:xfrm>
              <a:off x="2551821" y="1160615"/>
              <a:ext cx="388577" cy="388577"/>
            </a:xfrm>
            <a:custGeom>
              <a:avLst/>
              <a:gdLst/>
              <a:ahLst/>
              <a:cxnLst/>
              <a:rect l="l" t="t" r="r" b="b"/>
              <a:pathLst>
                <a:path w="16787" h="16787" extrusionOk="0">
                  <a:moveTo>
                    <a:pt x="6162" y="798"/>
                  </a:moveTo>
                  <a:cubicBezTo>
                    <a:pt x="5855" y="1181"/>
                    <a:pt x="5580" y="1692"/>
                    <a:pt x="5343" y="2330"/>
                  </a:cubicBezTo>
                  <a:cubicBezTo>
                    <a:pt x="5136" y="2894"/>
                    <a:pt x="4968" y="3526"/>
                    <a:pt x="4837" y="4216"/>
                  </a:cubicBezTo>
                  <a:cubicBezTo>
                    <a:pt x="4509" y="4281"/>
                    <a:pt x="4239" y="4517"/>
                    <a:pt x="4124" y="4824"/>
                  </a:cubicBezTo>
                  <a:lnTo>
                    <a:pt x="1212" y="4824"/>
                  </a:lnTo>
                  <a:cubicBezTo>
                    <a:pt x="2096" y="2784"/>
                    <a:pt x="3935" y="1252"/>
                    <a:pt x="6162" y="798"/>
                  </a:cubicBezTo>
                  <a:close/>
                  <a:moveTo>
                    <a:pt x="7541" y="656"/>
                  </a:moveTo>
                  <a:cubicBezTo>
                    <a:pt x="8320" y="656"/>
                    <a:pt x="9168" y="2062"/>
                    <a:pt x="9595" y="4315"/>
                  </a:cubicBezTo>
                  <a:cubicBezTo>
                    <a:pt x="9396" y="4428"/>
                    <a:pt x="9241" y="4609"/>
                    <a:pt x="9165" y="4824"/>
                  </a:cubicBezTo>
                  <a:lnTo>
                    <a:pt x="5928" y="4824"/>
                  </a:lnTo>
                  <a:cubicBezTo>
                    <a:pt x="5850" y="4604"/>
                    <a:pt x="5692" y="4423"/>
                    <a:pt x="5488" y="4313"/>
                  </a:cubicBezTo>
                  <a:cubicBezTo>
                    <a:pt x="5915" y="2065"/>
                    <a:pt x="6760" y="656"/>
                    <a:pt x="7541" y="656"/>
                  </a:cubicBezTo>
                  <a:close/>
                  <a:moveTo>
                    <a:pt x="8921" y="798"/>
                  </a:moveTo>
                  <a:lnTo>
                    <a:pt x="8921" y="798"/>
                  </a:lnTo>
                  <a:cubicBezTo>
                    <a:pt x="11148" y="1252"/>
                    <a:pt x="12986" y="2784"/>
                    <a:pt x="13865" y="4824"/>
                  </a:cubicBezTo>
                  <a:lnTo>
                    <a:pt x="10962" y="4824"/>
                  </a:lnTo>
                  <a:cubicBezTo>
                    <a:pt x="10846" y="4512"/>
                    <a:pt x="10576" y="4276"/>
                    <a:pt x="10246" y="4216"/>
                  </a:cubicBezTo>
                  <a:cubicBezTo>
                    <a:pt x="10117" y="3528"/>
                    <a:pt x="9947" y="2894"/>
                    <a:pt x="9737" y="2330"/>
                  </a:cubicBezTo>
                  <a:cubicBezTo>
                    <a:pt x="9501" y="1692"/>
                    <a:pt x="9225" y="1178"/>
                    <a:pt x="8921" y="798"/>
                  </a:cubicBezTo>
                  <a:close/>
                  <a:moveTo>
                    <a:pt x="14106" y="5480"/>
                  </a:moveTo>
                  <a:cubicBezTo>
                    <a:pt x="14314" y="6133"/>
                    <a:pt x="14421" y="6823"/>
                    <a:pt x="14421" y="7541"/>
                  </a:cubicBezTo>
                  <a:cubicBezTo>
                    <a:pt x="14421" y="7754"/>
                    <a:pt x="14413" y="7971"/>
                    <a:pt x="14392" y="8184"/>
                  </a:cubicBezTo>
                  <a:cubicBezTo>
                    <a:pt x="13744" y="7830"/>
                    <a:pt x="13000" y="7628"/>
                    <a:pt x="12207" y="7628"/>
                  </a:cubicBezTo>
                  <a:cubicBezTo>
                    <a:pt x="11617" y="7628"/>
                    <a:pt x="11053" y="7738"/>
                    <a:pt x="10534" y="7943"/>
                  </a:cubicBezTo>
                  <a:cubicBezTo>
                    <a:pt x="10537" y="7809"/>
                    <a:pt x="10537" y="7678"/>
                    <a:pt x="10537" y="7541"/>
                  </a:cubicBezTo>
                  <a:cubicBezTo>
                    <a:pt x="10537" y="7022"/>
                    <a:pt x="10518" y="6511"/>
                    <a:pt x="10479" y="6010"/>
                  </a:cubicBezTo>
                  <a:cubicBezTo>
                    <a:pt x="10702" y="5902"/>
                    <a:pt x="10872" y="5713"/>
                    <a:pt x="10956" y="5480"/>
                  </a:cubicBezTo>
                  <a:close/>
                  <a:moveTo>
                    <a:pt x="9160" y="5482"/>
                  </a:moveTo>
                  <a:cubicBezTo>
                    <a:pt x="9270" y="5779"/>
                    <a:pt x="9519" y="6004"/>
                    <a:pt x="9826" y="6083"/>
                  </a:cubicBezTo>
                  <a:cubicBezTo>
                    <a:pt x="9863" y="6550"/>
                    <a:pt x="9881" y="7038"/>
                    <a:pt x="9881" y="7547"/>
                  </a:cubicBezTo>
                  <a:cubicBezTo>
                    <a:pt x="9881" y="7788"/>
                    <a:pt x="9878" y="8032"/>
                    <a:pt x="9868" y="8273"/>
                  </a:cubicBezTo>
                  <a:cubicBezTo>
                    <a:pt x="9301" y="8609"/>
                    <a:pt x="8813" y="9068"/>
                    <a:pt x="8438" y="9608"/>
                  </a:cubicBezTo>
                  <a:lnTo>
                    <a:pt x="5926" y="9608"/>
                  </a:lnTo>
                  <a:cubicBezTo>
                    <a:pt x="5816" y="9309"/>
                    <a:pt x="5564" y="9084"/>
                    <a:pt x="5257" y="9008"/>
                  </a:cubicBezTo>
                  <a:cubicBezTo>
                    <a:pt x="5220" y="8543"/>
                    <a:pt x="5199" y="8053"/>
                    <a:pt x="5199" y="7547"/>
                  </a:cubicBezTo>
                  <a:cubicBezTo>
                    <a:pt x="5199" y="7038"/>
                    <a:pt x="5220" y="6550"/>
                    <a:pt x="5257" y="6083"/>
                  </a:cubicBezTo>
                  <a:cubicBezTo>
                    <a:pt x="5566" y="6007"/>
                    <a:pt x="5816" y="5779"/>
                    <a:pt x="5926" y="5482"/>
                  </a:cubicBezTo>
                  <a:close/>
                  <a:moveTo>
                    <a:pt x="4124" y="5482"/>
                  </a:moveTo>
                  <a:cubicBezTo>
                    <a:pt x="4210" y="5716"/>
                    <a:pt x="4381" y="5907"/>
                    <a:pt x="4601" y="6015"/>
                  </a:cubicBezTo>
                  <a:cubicBezTo>
                    <a:pt x="4562" y="6513"/>
                    <a:pt x="4541" y="7027"/>
                    <a:pt x="4541" y="7549"/>
                  </a:cubicBezTo>
                  <a:cubicBezTo>
                    <a:pt x="4541" y="8071"/>
                    <a:pt x="4559" y="8583"/>
                    <a:pt x="4601" y="9084"/>
                  </a:cubicBezTo>
                  <a:cubicBezTo>
                    <a:pt x="4381" y="9191"/>
                    <a:pt x="4210" y="9383"/>
                    <a:pt x="4124" y="9613"/>
                  </a:cubicBezTo>
                  <a:lnTo>
                    <a:pt x="971" y="9608"/>
                  </a:lnTo>
                  <a:cubicBezTo>
                    <a:pt x="764" y="8955"/>
                    <a:pt x="656" y="8263"/>
                    <a:pt x="656" y="7547"/>
                  </a:cubicBezTo>
                  <a:cubicBezTo>
                    <a:pt x="656" y="6828"/>
                    <a:pt x="767" y="6133"/>
                    <a:pt x="971" y="5482"/>
                  </a:cubicBezTo>
                  <a:close/>
                  <a:moveTo>
                    <a:pt x="4129" y="10264"/>
                  </a:moveTo>
                  <a:cubicBezTo>
                    <a:pt x="4239" y="10571"/>
                    <a:pt x="4509" y="10807"/>
                    <a:pt x="4840" y="10872"/>
                  </a:cubicBezTo>
                  <a:cubicBezTo>
                    <a:pt x="4968" y="11562"/>
                    <a:pt x="5136" y="12197"/>
                    <a:pt x="5346" y="12758"/>
                  </a:cubicBezTo>
                  <a:cubicBezTo>
                    <a:pt x="5582" y="13395"/>
                    <a:pt x="5858" y="13910"/>
                    <a:pt x="6164" y="14290"/>
                  </a:cubicBezTo>
                  <a:cubicBezTo>
                    <a:pt x="3935" y="13834"/>
                    <a:pt x="2096" y="12302"/>
                    <a:pt x="1218" y="10264"/>
                  </a:cubicBezTo>
                  <a:close/>
                  <a:moveTo>
                    <a:pt x="8058" y="10261"/>
                  </a:moveTo>
                  <a:cubicBezTo>
                    <a:pt x="7780" y="10851"/>
                    <a:pt x="7623" y="11510"/>
                    <a:pt x="7623" y="12207"/>
                  </a:cubicBezTo>
                  <a:cubicBezTo>
                    <a:pt x="7623" y="13002"/>
                    <a:pt x="7825" y="13744"/>
                    <a:pt x="8181" y="14397"/>
                  </a:cubicBezTo>
                  <a:cubicBezTo>
                    <a:pt x="7969" y="14418"/>
                    <a:pt x="7754" y="14426"/>
                    <a:pt x="7541" y="14426"/>
                  </a:cubicBezTo>
                  <a:cubicBezTo>
                    <a:pt x="6760" y="14426"/>
                    <a:pt x="5915" y="13020"/>
                    <a:pt x="5485" y="10773"/>
                  </a:cubicBezTo>
                  <a:cubicBezTo>
                    <a:pt x="5684" y="10660"/>
                    <a:pt x="5842" y="10479"/>
                    <a:pt x="5926" y="10261"/>
                  </a:cubicBezTo>
                  <a:close/>
                  <a:moveTo>
                    <a:pt x="12207" y="8284"/>
                  </a:moveTo>
                  <a:cubicBezTo>
                    <a:pt x="14371" y="8284"/>
                    <a:pt x="16131" y="10044"/>
                    <a:pt x="16131" y="12207"/>
                  </a:cubicBezTo>
                  <a:cubicBezTo>
                    <a:pt x="16131" y="14371"/>
                    <a:pt x="14371" y="16131"/>
                    <a:pt x="12207" y="16131"/>
                  </a:cubicBezTo>
                  <a:cubicBezTo>
                    <a:pt x="10044" y="16131"/>
                    <a:pt x="8281" y="14371"/>
                    <a:pt x="8281" y="12207"/>
                  </a:cubicBezTo>
                  <a:cubicBezTo>
                    <a:pt x="8281" y="10044"/>
                    <a:pt x="10044" y="8284"/>
                    <a:pt x="12207" y="8284"/>
                  </a:cubicBezTo>
                  <a:close/>
                  <a:moveTo>
                    <a:pt x="7541" y="1"/>
                  </a:moveTo>
                  <a:cubicBezTo>
                    <a:pt x="5527" y="1"/>
                    <a:pt x="3633" y="785"/>
                    <a:pt x="2209" y="2212"/>
                  </a:cubicBezTo>
                  <a:cubicBezTo>
                    <a:pt x="788" y="3633"/>
                    <a:pt x="1" y="5530"/>
                    <a:pt x="1" y="7541"/>
                  </a:cubicBezTo>
                  <a:cubicBezTo>
                    <a:pt x="1" y="9556"/>
                    <a:pt x="785" y="11449"/>
                    <a:pt x="2209" y="12874"/>
                  </a:cubicBezTo>
                  <a:cubicBezTo>
                    <a:pt x="3633" y="14295"/>
                    <a:pt x="5527" y="15082"/>
                    <a:pt x="7541" y="15082"/>
                  </a:cubicBezTo>
                  <a:cubicBezTo>
                    <a:pt x="7890" y="15082"/>
                    <a:pt x="8242" y="15061"/>
                    <a:pt x="8588" y="15011"/>
                  </a:cubicBezTo>
                  <a:cubicBezTo>
                    <a:pt x="9427" y="16092"/>
                    <a:pt x="10739" y="16787"/>
                    <a:pt x="12207" y="16787"/>
                  </a:cubicBezTo>
                  <a:cubicBezTo>
                    <a:pt x="14731" y="16787"/>
                    <a:pt x="16787" y="14733"/>
                    <a:pt x="16787" y="12207"/>
                  </a:cubicBezTo>
                  <a:cubicBezTo>
                    <a:pt x="16787" y="10739"/>
                    <a:pt x="16089" y="9427"/>
                    <a:pt x="15009" y="8588"/>
                  </a:cubicBezTo>
                  <a:cubicBezTo>
                    <a:pt x="15058" y="8244"/>
                    <a:pt x="15082" y="7893"/>
                    <a:pt x="15082" y="7541"/>
                  </a:cubicBezTo>
                  <a:cubicBezTo>
                    <a:pt x="15082" y="5530"/>
                    <a:pt x="14298" y="3633"/>
                    <a:pt x="12871" y="2212"/>
                  </a:cubicBezTo>
                  <a:cubicBezTo>
                    <a:pt x="11449" y="788"/>
                    <a:pt x="9553" y="1"/>
                    <a:pt x="7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32" name="Google Shape;1232;p41"/>
            <p:cNvSpPr/>
            <p:nvPr/>
          </p:nvSpPr>
          <p:spPr>
            <a:xfrm>
              <a:off x="2787138" y="1372207"/>
              <a:ext cx="94141" cy="121918"/>
            </a:xfrm>
            <a:custGeom>
              <a:avLst/>
              <a:gdLst/>
              <a:ahLst/>
              <a:cxnLst/>
              <a:rect l="l" t="t" r="r" b="b"/>
              <a:pathLst>
                <a:path w="4067" h="5267" extrusionOk="0">
                  <a:moveTo>
                    <a:pt x="2034" y="656"/>
                  </a:moveTo>
                  <a:cubicBezTo>
                    <a:pt x="2453" y="656"/>
                    <a:pt x="2794" y="997"/>
                    <a:pt x="2794" y="1417"/>
                  </a:cubicBezTo>
                  <a:lnTo>
                    <a:pt x="2794" y="1781"/>
                  </a:lnTo>
                  <a:lnTo>
                    <a:pt x="1273" y="1781"/>
                  </a:lnTo>
                  <a:lnTo>
                    <a:pt x="1273" y="1417"/>
                  </a:lnTo>
                  <a:cubicBezTo>
                    <a:pt x="1273" y="997"/>
                    <a:pt x="1614" y="656"/>
                    <a:pt x="2034" y="656"/>
                  </a:cubicBezTo>
                  <a:close/>
                  <a:moveTo>
                    <a:pt x="2041" y="2746"/>
                  </a:moveTo>
                  <a:cubicBezTo>
                    <a:pt x="2330" y="2746"/>
                    <a:pt x="2566" y="2982"/>
                    <a:pt x="2566" y="3271"/>
                  </a:cubicBezTo>
                  <a:cubicBezTo>
                    <a:pt x="2566" y="3420"/>
                    <a:pt x="2500" y="3554"/>
                    <a:pt x="2401" y="3651"/>
                  </a:cubicBezTo>
                  <a:lnTo>
                    <a:pt x="2401" y="4302"/>
                  </a:lnTo>
                  <a:lnTo>
                    <a:pt x="1679" y="4302"/>
                  </a:lnTo>
                  <a:lnTo>
                    <a:pt x="1679" y="3651"/>
                  </a:lnTo>
                  <a:cubicBezTo>
                    <a:pt x="1577" y="3554"/>
                    <a:pt x="1517" y="3420"/>
                    <a:pt x="1517" y="3271"/>
                  </a:cubicBezTo>
                  <a:cubicBezTo>
                    <a:pt x="1517" y="2982"/>
                    <a:pt x="1753" y="2746"/>
                    <a:pt x="2041" y="2746"/>
                  </a:cubicBezTo>
                  <a:close/>
                  <a:moveTo>
                    <a:pt x="2034" y="0"/>
                  </a:moveTo>
                  <a:cubicBezTo>
                    <a:pt x="1255" y="0"/>
                    <a:pt x="617" y="638"/>
                    <a:pt x="617" y="1417"/>
                  </a:cubicBezTo>
                  <a:lnTo>
                    <a:pt x="617" y="1781"/>
                  </a:lnTo>
                  <a:lnTo>
                    <a:pt x="580" y="1781"/>
                  </a:lnTo>
                  <a:cubicBezTo>
                    <a:pt x="261" y="1781"/>
                    <a:pt x="1" y="2041"/>
                    <a:pt x="1" y="2361"/>
                  </a:cubicBezTo>
                  <a:lnTo>
                    <a:pt x="1" y="4687"/>
                  </a:lnTo>
                  <a:cubicBezTo>
                    <a:pt x="1" y="5007"/>
                    <a:pt x="261" y="5267"/>
                    <a:pt x="580" y="5267"/>
                  </a:cubicBezTo>
                  <a:lnTo>
                    <a:pt x="3487" y="5267"/>
                  </a:lnTo>
                  <a:cubicBezTo>
                    <a:pt x="3807" y="5267"/>
                    <a:pt x="4066" y="5007"/>
                    <a:pt x="4066" y="4687"/>
                  </a:cubicBezTo>
                  <a:lnTo>
                    <a:pt x="4066" y="2361"/>
                  </a:lnTo>
                  <a:cubicBezTo>
                    <a:pt x="4066" y="2041"/>
                    <a:pt x="3807" y="1781"/>
                    <a:pt x="3487" y="1781"/>
                  </a:cubicBezTo>
                  <a:lnTo>
                    <a:pt x="3450" y="1781"/>
                  </a:lnTo>
                  <a:lnTo>
                    <a:pt x="3450" y="1417"/>
                  </a:lnTo>
                  <a:cubicBezTo>
                    <a:pt x="3450" y="638"/>
                    <a:pt x="2815" y="0"/>
                    <a:pt x="2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</p:grpSp>
      <p:grpSp>
        <p:nvGrpSpPr>
          <p:cNvPr id="1233" name="Google Shape;1233;p41"/>
          <p:cNvGrpSpPr/>
          <p:nvPr/>
        </p:nvGrpSpPr>
        <p:grpSpPr>
          <a:xfrm>
            <a:off x="5788264" y="2626291"/>
            <a:ext cx="492469" cy="479776"/>
            <a:chOff x="3095370" y="1170152"/>
            <a:chExt cx="398739" cy="388461"/>
          </a:xfrm>
        </p:grpSpPr>
        <p:sp>
          <p:nvSpPr>
            <p:cNvPr id="1234" name="Google Shape;1234;p41"/>
            <p:cNvSpPr/>
            <p:nvPr/>
          </p:nvSpPr>
          <p:spPr>
            <a:xfrm>
              <a:off x="3186942" y="1242627"/>
              <a:ext cx="215550" cy="243373"/>
            </a:xfrm>
            <a:custGeom>
              <a:avLst/>
              <a:gdLst/>
              <a:ahLst/>
              <a:cxnLst/>
              <a:rect l="l" t="t" r="r" b="b"/>
              <a:pathLst>
                <a:path w="9312" h="10514" extrusionOk="0">
                  <a:moveTo>
                    <a:pt x="4656" y="691"/>
                  </a:moveTo>
                  <a:cubicBezTo>
                    <a:pt x="5923" y="1265"/>
                    <a:pt x="7265" y="1635"/>
                    <a:pt x="8656" y="1795"/>
                  </a:cubicBezTo>
                  <a:lnTo>
                    <a:pt x="8656" y="4200"/>
                  </a:lnTo>
                  <a:cubicBezTo>
                    <a:pt x="8656" y="6747"/>
                    <a:pt x="7053" y="9000"/>
                    <a:pt x="4656" y="9839"/>
                  </a:cubicBezTo>
                  <a:cubicBezTo>
                    <a:pt x="2258" y="9000"/>
                    <a:pt x="656" y="6747"/>
                    <a:pt x="656" y="4200"/>
                  </a:cubicBezTo>
                  <a:lnTo>
                    <a:pt x="656" y="1795"/>
                  </a:lnTo>
                  <a:cubicBezTo>
                    <a:pt x="2046" y="1635"/>
                    <a:pt x="3392" y="1265"/>
                    <a:pt x="4656" y="691"/>
                  </a:cubicBezTo>
                  <a:close/>
                  <a:moveTo>
                    <a:pt x="4655" y="0"/>
                  </a:moveTo>
                  <a:cubicBezTo>
                    <a:pt x="4608" y="0"/>
                    <a:pt x="4561" y="10"/>
                    <a:pt x="4519" y="30"/>
                  </a:cubicBezTo>
                  <a:cubicBezTo>
                    <a:pt x="3190" y="649"/>
                    <a:pt x="1771" y="1032"/>
                    <a:pt x="299" y="1171"/>
                  </a:cubicBezTo>
                  <a:cubicBezTo>
                    <a:pt x="131" y="1187"/>
                    <a:pt x="0" y="1328"/>
                    <a:pt x="0" y="1499"/>
                  </a:cubicBezTo>
                  <a:lnTo>
                    <a:pt x="0" y="4200"/>
                  </a:lnTo>
                  <a:cubicBezTo>
                    <a:pt x="0" y="5604"/>
                    <a:pt x="436" y="6946"/>
                    <a:pt x="1267" y="8090"/>
                  </a:cubicBezTo>
                  <a:cubicBezTo>
                    <a:pt x="2088" y="9226"/>
                    <a:pt x="3226" y="10057"/>
                    <a:pt x="4553" y="10498"/>
                  </a:cubicBezTo>
                  <a:cubicBezTo>
                    <a:pt x="4588" y="10508"/>
                    <a:pt x="4624" y="10513"/>
                    <a:pt x="4656" y="10513"/>
                  </a:cubicBezTo>
                  <a:cubicBezTo>
                    <a:pt x="4692" y="10513"/>
                    <a:pt x="4724" y="10508"/>
                    <a:pt x="4758" y="10498"/>
                  </a:cubicBezTo>
                  <a:cubicBezTo>
                    <a:pt x="6085" y="10057"/>
                    <a:pt x="7221" y="9226"/>
                    <a:pt x="8047" y="8087"/>
                  </a:cubicBezTo>
                  <a:cubicBezTo>
                    <a:pt x="8873" y="6946"/>
                    <a:pt x="9311" y="5604"/>
                    <a:pt x="9311" y="4195"/>
                  </a:cubicBezTo>
                  <a:lnTo>
                    <a:pt x="9311" y="1499"/>
                  </a:lnTo>
                  <a:cubicBezTo>
                    <a:pt x="9311" y="1328"/>
                    <a:pt x="9183" y="1187"/>
                    <a:pt x="9012" y="1171"/>
                  </a:cubicBezTo>
                  <a:cubicBezTo>
                    <a:pt x="7541" y="1032"/>
                    <a:pt x="6122" y="649"/>
                    <a:pt x="4795" y="30"/>
                  </a:cubicBezTo>
                  <a:cubicBezTo>
                    <a:pt x="4750" y="10"/>
                    <a:pt x="4702" y="0"/>
                    <a:pt x="46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35" name="Google Shape;1235;p41"/>
            <p:cNvSpPr/>
            <p:nvPr/>
          </p:nvSpPr>
          <p:spPr>
            <a:xfrm>
              <a:off x="3220321" y="1279200"/>
              <a:ext cx="148769" cy="171037"/>
            </a:xfrm>
            <a:custGeom>
              <a:avLst/>
              <a:gdLst/>
              <a:ahLst/>
              <a:cxnLst/>
              <a:rect l="l" t="t" r="r" b="b"/>
              <a:pathLst>
                <a:path w="6427" h="7389" extrusionOk="0">
                  <a:moveTo>
                    <a:pt x="3214" y="682"/>
                  </a:moveTo>
                  <a:cubicBezTo>
                    <a:pt x="4040" y="1013"/>
                    <a:pt x="4895" y="1267"/>
                    <a:pt x="5771" y="1448"/>
                  </a:cubicBezTo>
                  <a:lnTo>
                    <a:pt x="5771" y="2620"/>
                  </a:lnTo>
                  <a:cubicBezTo>
                    <a:pt x="5771" y="4359"/>
                    <a:pt x="4772" y="5946"/>
                    <a:pt x="3214" y="6701"/>
                  </a:cubicBezTo>
                  <a:cubicBezTo>
                    <a:pt x="1656" y="5946"/>
                    <a:pt x="656" y="4364"/>
                    <a:pt x="656" y="2620"/>
                  </a:cubicBezTo>
                  <a:lnTo>
                    <a:pt x="656" y="1448"/>
                  </a:lnTo>
                  <a:cubicBezTo>
                    <a:pt x="1533" y="1272"/>
                    <a:pt x="2388" y="1013"/>
                    <a:pt x="3214" y="682"/>
                  </a:cubicBezTo>
                  <a:close/>
                  <a:moveTo>
                    <a:pt x="3215" y="1"/>
                  </a:moveTo>
                  <a:cubicBezTo>
                    <a:pt x="3172" y="1"/>
                    <a:pt x="3130" y="9"/>
                    <a:pt x="3090" y="26"/>
                  </a:cubicBezTo>
                  <a:cubicBezTo>
                    <a:pt x="2186" y="399"/>
                    <a:pt x="1236" y="679"/>
                    <a:pt x="271" y="855"/>
                  </a:cubicBezTo>
                  <a:cubicBezTo>
                    <a:pt x="116" y="884"/>
                    <a:pt x="1" y="1020"/>
                    <a:pt x="1" y="1178"/>
                  </a:cubicBezTo>
                  <a:lnTo>
                    <a:pt x="1" y="2620"/>
                  </a:lnTo>
                  <a:cubicBezTo>
                    <a:pt x="1" y="4669"/>
                    <a:pt x="1210" y="6531"/>
                    <a:pt x="3080" y="7360"/>
                  </a:cubicBezTo>
                  <a:cubicBezTo>
                    <a:pt x="3122" y="7381"/>
                    <a:pt x="3169" y="7389"/>
                    <a:pt x="3214" y="7389"/>
                  </a:cubicBezTo>
                  <a:cubicBezTo>
                    <a:pt x="3261" y="7389"/>
                    <a:pt x="3306" y="7381"/>
                    <a:pt x="3348" y="7360"/>
                  </a:cubicBezTo>
                  <a:cubicBezTo>
                    <a:pt x="5220" y="6531"/>
                    <a:pt x="6427" y="4669"/>
                    <a:pt x="6427" y="2620"/>
                  </a:cubicBezTo>
                  <a:lnTo>
                    <a:pt x="6427" y="1178"/>
                  </a:lnTo>
                  <a:cubicBezTo>
                    <a:pt x="6427" y="1020"/>
                    <a:pt x="6317" y="881"/>
                    <a:pt x="6159" y="855"/>
                  </a:cubicBezTo>
                  <a:cubicBezTo>
                    <a:pt x="5191" y="679"/>
                    <a:pt x="4245" y="396"/>
                    <a:pt x="3340" y="26"/>
                  </a:cubicBezTo>
                  <a:cubicBezTo>
                    <a:pt x="3300" y="9"/>
                    <a:pt x="3258" y="1"/>
                    <a:pt x="3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36" name="Google Shape;1236;p41"/>
            <p:cNvSpPr/>
            <p:nvPr/>
          </p:nvSpPr>
          <p:spPr>
            <a:xfrm>
              <a:off x="3259255" y="1330310"/>
              <a:ext cx="70924" cy="61040"/>
            </a:xfrm>
            <a:custGeom>
              <a:avLst/>
              <a:gdLst/>
              <a:ahLst/>
              <a:cxnLst/>
              <a:rect l="l" t="t" r="r" b="b"/>
              <a:pathLst>
                <a:path w="3064" h="2637" extrusionOk="0">
                  <a:moveTo>
                    <a:pt x="2227" y="1"/>
                  </a:moveTo>
                  <a:lnTo>
                    <a:pt x="1264" y="966"/>
                  </a:lnTo>
                  <a:lnTo>
                    <a:pt x="837" y="538"/>
                  </a:lnTo>
                  <a:lnTo>
                    <a:pt x="0" y="1375"/>
                  </a:lnTo>
                  <a:lnTo>
                    <a:pt x="1264" y="2636"/>
                  </a:lnTo>
                  <a:lnTo>
                    <a:pt x="3063" y="837"/>
                  </a:lnTo>
                  <a:lnTo>
                    <a:pt x="22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37" name="Google Shape;1237;p41"/>
            <p:cNvSpPr/>
            <p:nvPr/>
          </p:nvSpPr>
          <p:spPr>
            <a:xfrm>
              <a:off x="3223052" y="1259409"/>
              <a:ext cx="271057" cy="299205"/>
            </a:xfrm>
            <a:custGeom>
              <a:avLst/>
              <a:gdLst/>
              <a:ahLst/>
              <a:cxnLst/>
              <a:rect l="l" t="t" r="r" b="b"/>
              <a:pathLst>
                <a:path w="11710" h="12926" extrusionOk="0">
                  <a:moveTo>
                    <a:pt x="9503" y="750"/>
                  </a:moveTo>
                  <a:lnTo>
                    <a:pt x="10112" y="973"/>
                  </a:lnTo>
                  <a:cubicBezTo>
                    <a:pt x="10107" y="986"/>
                    <a:pt x="10099" y="1002"/>
                    <a:pt x="10093" y="1015"/>
                  </a:cubicBezTo>
                  <a:cubicBezTo>
                    <a:pt x="10062" y="1096"/>
                    <a:pt x="10067" y="1186"/>
                    <a:pt x="10101" y="1264"/>
                  </a:cubicBezTo>
                  <a:cubicBezTo>
                    <a:pt x="10977" y="3140"/>
                    <a:pt x="11069" y="5238"/>
                    <a:pt x="10361" y="7179"/>
                  </a:cubicBezTo>
                  <a:cubicBezTo>
                    <a:pt x="9655" y="9120"/>
                    <a:pt x="8234" y="10670"/>
                    <a:pt x="6361" y="11543"/>
                  </a:cubicBezTo>
                  <a:cubicBezTo>
                    <a:pt x="5325" y="12026"/>
                    <a:pt x="4226" y="12270"/>
                    <a:pt x="3098" y="12270"/>
                  </a:cubicBezTo>
                  <a:cubicBezTo>
                    <a:pt x="2306" y="12270"/>
                    <a:pt x="1522" y="12149"/>
                    <a:pt x="761" y="11908"/>
                  </a:cubicBezTo>
                  <a:lnTo>
                    <a:pt x="984" y="11291"/>
                  </a:lnTo>
                  <a:cubicBezTo>
                    <a:pt x="1677" y="11506"/>
                    <a:pt x="2388" y="11614"/>
                    <a:pt x="3098" y="11614"/>
                  </a:cubicBezTo>
                  <a:cubicBezTo>
                    <a:pt x="4119" y="11614"/>
                    <a:pt x="5136" y="11391"/>
                    <a:pt x="6086" y="10950"/>
                  </a:cubicBezTo>
                  <a:cubicBezTo>
                    <a:pt x="7796" y="10153"/>
                    <a:pt x="9097" y="8734"/>
                    <a:pt x="9742" y="6953"/>
                  </a:cubicBezTo>
                  <a:cubicBezTo>
                    <a:pt x="10387" y="5175"/>
                    <a:pt x="10306" y="3252"/>
                    <a:pt x="9509" y="1542"/>
                  </a:cubicBezTo>
                  <a:cubicBezTo>
                    <a:pt x="9464" y="1445"/>
                    <a:pt x="9377" y="1382"/>
                    <a:pt x="9280" y="1359"/>
                  </a:cubicBezTo>
                  <a:lnTo>
                    <a:pt x="9503" y="750"/>
                  </a:lnTo>
                  <a:close/>
                  <a:moveTo>
                    <a:pt x="9307" y="1"/>
                  </a:moveTo>
                  <a:cubicBezTo>
                    <a:pt x="9174" y="1"/>
                    <a:pt x="9049" y="84"/>
                    <a:pt x="9000" y="218"/>
                  </a:cubicBezTo>
                  <a:lnTo>
                    <a:pt x="8428" y="1791"/>
                  </a:lnTo>
                  <a:cubicBezTo>
                    <a:pt x="8381" y="1917"/>
                    <a:pt x="8417" y="2056"/>
                    <a:pt x="8512" y="2146"/>
                  </a:cubicBezTo>
                  <a:cubicBezTo>
                    <a:pt x="8575" y="2202"/>
                    <a:pt x="8654" y="2232"/>
                    <a:pt x="8734" y="2232"/>
                  </a:cubicBezTo>
                  <a:cubicBezTo>
                    <a:pt x="8781" y="2232"/>
                    <a:pt x="8828" y="2222"/>
                    <a:pt x="8874" y="2201"/>
                  </a:cubicBezTo>
                  <a:lnTo>
                    <a:pt x="9047" y="2119"/>
                  </a:lnTo>
                  <a:cubicBezTo>
                    <a:pt x="9648" y="3596"/>
                    <a:pt x="9676" y="5219"/>
                    <a:pt x="9128" y="6730"/>
                  </a:cubicBezTo>
                  <a:cubicBezTo>
                    <a:pt x="8541" y="8343"/>
                    <a:pt x="7360" y="9631"/>
                    <a:pt x="5810" y="10355"/>
                  </a:cubicBezTo>
                  <a:cubicBezTo>
                    <a:pt x="4949" y="10758"/>
                    <a:pt x="4028" y="10960"/>
                    <a:pt x="3103" y="10960"/>
                  </a:cubicBezTo>
                  <a:cubicBezTo>
                    <a:pt x="2362" y="10960"/>
                    <a:pt x="1618" y="10830"/>
                    <a:pt x="900" y="10570"/>
                  </a:cubicBezTo>
                  <a:cubicBezTo>
                    <a:pt x="863" y="10556"/>
                    <a:pt x="824" y="10549"/>
                    <a:pt x="786" y="10549"/>
                  </a:cubicBezTo>
                  <a:cubicBezTo>
                    <a:pt x="740" y="10549"/>
                    <a:pt x="695" y="10559"/>
                    <a:pt x="651" y="10578"/>
                  </a:cubicBezTo>
                  <a:cubicBezTo>
                    <a:pt x="573" y="10615"/>
                    <a:pt x="510" y="10680"/>
                    <a:pt x="481" y="10762"/>
                  </a:cubicBezTo>
                  <a:lnTo>
                    <a:pt x="30" y="11994"/>
                  </a:lnTo>
                  <a:cubicBezTo>
                    <a:pt x="1" y="12078"/>
                    <a:pt x="3" y="12165"/>
                    <a:pt x="40" y="12243"/>
                  </a:cubicBezTo>
                  <a:cubicBezTo>
                    <a:pt x="77" y="12322"/>
                    <a:pt x="145" y="12385"/>
                    <a:pt x="224" y="12414"/>
                  </a:cubicBezTo>
                  <a:cubicBezTo>
                    <a:pt x="1155" y="12752"/>
                    <a:pt x="2123" y="12925"/>
                    <a:pt x="3096" y="12925"/>
                  </a:cubicBezTo>
                  <a:cubicBezTo>
                    <a:pt x="4323" y="12925"/>
                    <a:pt x="5511" y="12660"/>
                    <a:pt x="6637" y="12136"/>
                  </a:cubicBezTo>
                  <a:cubicBezTo>
                    <a:pt x="8667" y="11189"/>
                    <a:pt x="10206" y="9508"/>
                    <a:pt x="10975" y="7402"/>
                  </a:cubicBezTo>
                  <a:cubicBezTo>
                    <a:pt x="11709" y="5403"/>
                    <a:pt x="11654" y="3242"/>
                    <a:pt x="10833" y="1290"/>
                  </a:cubicBezTo>
                  <a:lnTo>
                    <a:pt x="11019" y="1201"/>
                  </a:lnTo>
                  <a:cubicBezTo>
                    <a:pt x="11140" y="1146"/>
                    <a:pt x="11213" y="1020"/>
                    <a:pt x="11211" y="889"/>
                  </a:cubicBezTo>
                  <a:cubicBezTo>
                    <a:pt x="11208" y="758"/>
                    <a:pt x="11119" y="640"/>
                    <a:pt x="10993" y="595"/>
                  </a:cubicBezTo>
                  <a:lnTo>
                    <a:pt x="9419" y="21"/>
                  </a:lnTo>
                  <a:cubicBezTo>
                    <a:pt x="9382" y="7"/>
                    <a:pt x="9344" y="1"/>
                    <a:pt x="9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38" name="Google Shape;1238;p41"/>
            <p:cNvSpPr/>
            <p:nvPr/>
          </p:nvSpPr>
          <p:spPr>
            <a:xfrm>
              <a:off x="3095370" y="1170152"/>
              <a:ext cx="271729" cy="299205"/>
            </a:xfrm>
            <a:custGeom>
              <a:avLst/>
              <a:gdLst/>
              <a:ahLst/>
              <a:cxnLst/>
              <a:rect l="l" t="t" r="r" b="b"/>
              <a:pathLst>
                <a:path w="11739" h="12926" extrusionOk="0">
                  <a:moveTo>
                    <a:pt x="8610" y="653"/>
                  </a:moveTo>
                  <a:cubicBezTo>
                    <a:pt x="9395" y="653"/>
                    <a:pt x="10181" y="774"/>
                    <a:pt x="10946" y="1018"/>
                  </a:cubicBezTo>
                  <a:lnTo>
                    <a:pt x="10723" y="1635"/>
                  </a:lnTo>
                  <a:cubicBezTo>
                    <a:pt x="10030" y="1418"/>
                    <a:pt x="9319" y="1311"/>
                    <a:pt x="8609" y="1311"/>
                  </a:cubicBezTo>
                  <a:cubicBezTo>
                    <a:pt x="7589" y="1311"/>
                    <a:pt x="6573" y="1533"/>
                    <a:pt x="5622" y="1975"/>
                  </a:cubicBezTo>
                  <a:cubicBezTo>
                    <a:pt x="2084" y="3625"/>
                    <a:pt x="549" y="7845"/>
                    <a:pt x="2199" y="11381"/>
                  </a:cubicBezTo>
                  <a:cubicBezTo>
                    <a:pt x="2236" y="11460"/>
                    <a:pt x="2304" y="11523"/>
                    <a:pt x="2383" y="11554"/>
                  </a:cubicBezTo>
                  <a:cubicBezTo>
                    <a:pt x="2396" y="11559"/>
                    <a:pt x="2411" y="11562"/>
                    <a:pt x="2427" y="11567"/>
                  </a:cubicBezTo>
                  <a:lnTo>
                    <a:pt x="2207" y="12173"/>
                  </a:lnTo>
                  <a:lnTo>
                    <a:pt x="1596" y="11953"/>
                  </a:lnTo>
                  <a:cubicBezTo>
                    <a:pt x="1643" y="11864"/>
                    <a:pt x="1648" y="11756"/>
                    <a:pt x="1604" y="11662"/>
                  </a:cubicBezTo>
                  <a:cubicBezTo>
                    <a:pt x="730" y="9789"/>
                    <a:pt x="638" y="7691"/>
                    <a:pt x="1344" y="5747"/>
                  </a:cubicBezTo>
                  <a:cubicBezTo>
                    <a:pt x="2049" y="3804"/>
                    <a:pt x="3471" y="2256"/>
                    <a:pt x="5344" y="1383"/>
                  </a:cubicBezTo>
                  <a:cubicBezTo>
                    <a:pt x="6384" y="898"/>
                    <a:pt x="7495" y="653"/>
                    <a:pt x="8610" y="653"/>
                  </a:cubicBezTo>
                  <a:close/>
                  <a:moveTo>
                    <a:pt x="8611" y="0"/>
                  </a:moveTo>
                  <a:cubicBezTo>
                    <a:pt x="7402" y="0"/>
                    <a:pt x="6197" y="265"/>
                    <a:pt x="5068" y="790"/>
                  </a:cubicBezTo>
                  <a:cubicBezTo>
                    <a:pt x="3038" y="1737"/>
                    <a:pt x="1496" y="3418"/>
                    <a:pt x="730" y="5524"/>
                  </a:cubicBezTo>
                  <a:cubicBezTo>
                    <a:pt x="1" y="7528"/>
                    <a:pt x="53" y="9684"/>
                    <a:pt x="877" y="11638"/>
                  </a:cubicBezTo>
                  <a:lnTo>
                    <a:pt x="691" y="11727"/>
                  </a:lnTo>
                  <a:cubicBezTo>
                    <a:pt x="570" y="11782"/>
                    <a:pt x="497" y="11908"/>
                    <a:pt x="499" y="12039"/>
                  </a:cubicBezTo>
                  <a:cubicBezTo>
                    <a:pt x="507" y="12170"/>
                    <a:pt x="591" y="12288"/>
                    <a:pt x="717" y="12333"/>
                  </a:cubicBezTo>
                  <a:lnTo>
                    <a:pt x="2291" y="12907"/>
                  </a:lnTo>
                  <a:cubicBezTo>
                    <a:pt x="2327" y="12921"/>
                    <a:pt x="2367" y="12926"/>
                    <a:pt x="2401" y="12926"/>
                  </a:cubicBezTo>
                  <a:cubicBezTo>
                    <a:pt x="2537" y="12926"/>
                    <a:pt x="2661" y="12844"/>
                    <a:pt x="2710" y="12711"/>
                  </a:cubicBezTo>
                  <a:lnTo>
                    <a:pt x="3285" y="11137"/>
                  </a:lnTo>
                  <a:cubicBezTo>
                    <a:pt x="3327" y="11006"/>
                    <a:pt x="3295" y="10867"/>
                    <a:pt x="3196" y="10780"/>
                  </a:cubicBezTo>
                  <a:cubicBezTo>
                    <a:pt x="3134" y="10723"/>
                    <a:pt x="3053" y="10693"/>
                    <a:pt x="2972" y="10693"/>
                  </a:cubicBezTo>
                  <a:cubicBezTo>
                    <a:pt x="2926" y="10693"/>
                    <a:pt x="2880" y="10703"/>
                    <a:pt x="2836" y="10723"/>
                  </a:cubicBezTo>
                  <a:lnTo>
                    <a:pt x="2661" y="10807"/>
                  </a:lnTo>
                  <a:cubicBezTo>
                    <a:pt x="1383" y="7662"/>
                    <a:pt x="2789" y="4021"/>
                    <a:pt x="5897" y="2568"/>
                  </a:cubicBezTo>
                  <a:cubicBezTo>
                    <a:pt x="6760" y="2167"/>
                    <a:pt x="7680" y="1965"/>
                    <a:pt x="8605" y="1965"/>
                  </a:cubicBezTo>
                  <a:cubicBezTo>
                    <a:pt x="9347" y="1965"/>
                    <a:pt x="10091" y="2095"/>
                    <a:pt x="10810" y="2356"/>
                  </a:cubicBezTo>
                  <a:cubicBezTo>
                    <a:pt x="10847" y="2369"/>
                    <a:pt x="10886" y="2376"/>
                    <a:pt x="10925" y="2376"/>
                  </a:cubicBezTo>
                  <a:cubicBezTo>
                    <a:pt x="10971" y="2376"/>
                    <a:pt x="11016" y="2366"/>
                    <a:pt x="11059" y="2348"/>
                  </a:cubicBezTo>
                  <a:cubicBezTo>
                    <a:pt x="11138" y="2311"/>
                    <a:pt x="11198" y="2240"/>
                    <a:pt x="11229" y="2164"/>
                  </a:cubicBezTo>
                  <a:lnTo>
                    <a:pt x="11678" y="929"/>
                  </a:lnTo>
                  <a:cubicBezTo>
                    <a:pt x="11738" y="761"/>
                    <a:pt x="11652" y="572"/>
                    <a:pt x="11481" y="509"/>
                  </a:cubicBezTo>
                  <a:cubicBezTo>
                    <a:pt x="10546" y="169"/>
                    <a:pt x="9577" y="0"/>
                    <a:pt x="86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</p:grpSp>
      <p:grpSp>
        <p:nvGrpSpPr>
          <p:cNvPr id="1239" name="Google Shape;1239;p41"/>
          <p:cNvGrpSpPr/>
          <p:nvPr/>
        </p:nvGrpSpPr>
        <p:grpSpPr>
          <a:xfrm>
            <a:off x="9356515" y="2631858"/>
            <a:ext cx="479919" cy="468655"/>
            <a:chOff x="4549983" y="1852077"/>
            <a:chExt cx="388577" cy="379457"/>
          </a:xfrm>
        </p:grpSpPr>
        <p:sp>
          <p:nvSpPr>
            <p:cNvPr id="1240" name="Google Shape;1240;p41"/>
            <p:cNvSpPr/>
            <p:nvPr/>
          </p:nvSpPr>
          <p:spPr>
            <a:xfrm>
              <a:off x="4662595" y="1893049"/>
              <a:ext cx="30393" cy="30370"/>
            </a:xfrm>
            <a:custGeom>
              <a:avLst/>
              <a:gdLst/>
              <a:ahLst/>
              <a:cxnLst/>
              <a:rect l="l" t="t" r="r" b="b"/>
              <a:pathLst>
                <a:path w="1313" h="1312" extrusionOk="0">
                  <a:moveTo>
                    <a:pt x="657" y="1"/>
                  </a:moveTo>
                  <a:cubicBezTo>
                    <a:pt x="295" y="1"/>
                    <a:pt x="1" y="294"/>
                    <a:pt x="1" y="656"/>
                  </a:cubicBezTo>
                  <a:cubicBezTo>
                    <a:pt x="1" y="1018"/>
                    <a:pt x="295" y="1312"/>
                    <a:pt x="657" y="1312"/>
                  </a:cubicBezTo>
                  <a:cubicBezTo>
                    <a:pt x="1019" y="1312"/>
                    <a:pt x="1312" y="1018"/>
                    <a:pt x="1312" y="656"/>
                  </a:cubicBezTo>
                  <a:cubicBezTo>
                    <a:pt x="1312" y="294"/>
                    <a:pt x="1019" y="1"/>
                    <a:pt x="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1" name="Google Shape;1241;p41"/>
            <p:cNvSpPr/>
            <p:nvPr/>
          </p:nvSpPr>
          <p:spPr>
            <a:xfrm>
              <a:off x="4601902" y="1893049"/>
              <a:ext cx="30370" cy="30370"/>
            </a:xfrm>
            <a:custGeom>
              <a:avLst/>
              <a:gdLst/>
              <a:ahLst/>
              <a:cxnLst/>
              <a:rect l="l" t="t" r="r" b="b"/>
              <a:pathLst>
                <a:path w="1312" h="1312" extrusionOk="0">
                  <a:moveTo>
                    <a:pt x="656" y="1"/>
                  </a:moveTo>
                  <a:cubicBezTo>
                    <a:pt x="294" y="1"/>
                    <a:pt x="0" y="294"/>
                    <a:pt x="0" y="656"/>
                  </a:cubicBezTo>
                  <a:cubicBezTo>
                    <a:pt x="0" y="1018"/>
                    <a:pt x="294" y="1312"/>
                    <a:pt x="656" y="1312"/>
                  </a:cubicBezTo>
                  <a:cubicBezTo>
                    <a:pt x="1018" y="1312"/>
                    <a:pt x="1311" y="1018"/>
                    <a:pt x="1311" y="656"/>
                  </a:cubicBezTo>
                  <a:cubicBezTo>
                    <a:pt x="1311" y="294"/>
                    <a:pt x="1018" y="1"/>
                    <a:pt x="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2" name="Google Shape;1242;p41"/>
            <p:cNvSpPr/>
            <p:nvPr/>
          </p:nvSpPr>
          <p:spPr>
            <a:xfrm>
              <a:off x="4662595" y="2026610"/>
              <a:ext cx="30393" cy="30393"/>
            </a:xfrm>
            <a:custGeom>
              <a:avLst/>
              <a:gdLst/>
              <a:ahLst/>
              <a:cxnLst/>
              <a:rect l="l" t="t" r="r" b="b"/>
              <a:pathLst>
                <a:path w="1313" h="1313" extrusionOk="0">
                  <a:moveTo>
                    <a:pt x="657" y="1"/>
                  </a:moveTo>
                  <a:cubicBezTo>
                    <a:pt x="295" y="1"/>
                    <a:pt x="1" y="295"/>
                    <a:pt x="1" y="656"/>
                  </a:cubicBezTo>
                  <a:cubicBezTo>
                    <a:pt x="1" y="1018"/>
                    <a:pt x="295" y="1312"/>
                    <a:pt x="657" y="1312"/>
                  </a:cubicBezTo>
                  <a:cubicBezTo>
                    <a:pt x="1019" y="1312"/>
                    <a:pt x="1312" y="1018"/>
                    <a:pt x="1312" y="656"/>
                  </a:cubicBezTo>
                  <a:cubicBezTo>
                    <a:pt x="1312" y="295"/>
                    <a:pt x="1019" y="1"/>
                    <a:pt x="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3" name="Google Shape;1243;p41"/>
            <p:cNvSpPr/>
            <p:nvPr/>
          </p:nvSpPr>
          <p:spPr>
            <a:xfrm>
              <a:off x="4601902" y="2026610"/>
              <a:ext cx="30370" cy="30393"/>
            </a:xfrm>
            <a:custGeom>
              <a:avLst/>
              <a:gdLst/>
              <a:ahLst/>
              <a:cxnLst/>
              <a:rect l="l" t="t" r="r" b="b"/>
              <a:pathLst>
                <a:path w="1312" h="1313" extrusionOk="0">
                  <a:moveTo>
                    <a:pt x="656" y="1"/>
                  </a:moveTo>
                  <a:cubicBezTo>
                    <a:pt x="294" y="1"/>
                    <a:pt x="0" y="295"/>
                    <a:pt x="0" y="656"/>
                  </a:cubicBezTo>
                  <a:cubicBezTo>
                    <a:pt x="0" y="1018"/>
                    <a:pt x="294" y="1312"/>
                    <a:pt x="656" y="1312"/>
                  </a:cubicBezTo>
                  <a:cubicBezTo>
                    <a:pt x="1018" y="1312"/>
                    <a:pt x="1311" y="1018"/>
                    <a:pt x="1311" y="656"/>
                  </a:cubicBezTo>
                  <a:cubicBezTo>
                    <a:pt x="1311" y="295"/>
                    <a:pt x="1018" y="1"/>
                    <a:pt x="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4" name="Google Shape;1244;p41"/>
            <p:cNvSpPr/>
            <p:nvPr/>
          </p:nvSpPr>
          <p:spPr>
            <a:xfrm>
              <a:off x="4732848" y="2155634"/>
              <a:ext cx="15208" cy="39490"/>
            </a:xfrm>
            <a:custGeom>
              <a:avLst/>
              <a:gdLst/>
              <a:ahLst/>
              <a:cxnLst/>
              <a:rect l="l" t="t" r="r" b="b"/>
              <a:pathLst>
                <a:path w="657" h="1706" extrusionOk="0">
                  <a:moveTo>
                    <a:pt x="328" y="0"/>
                  </a:moveTo>
                  <a:cubicBezTo>
                    <a:pt x="147" y="0"/>
                    <a:pt x="0" y="147"/>
                    <a:pt x="0" y="328"/>
                  </a:cubicBezTo>
                  <a:lnTo>
                    <a:pt x="0" y="1377"/>
                  </a:lnTo>
                  <a:cubicBezTo>
                    <a:pt x="0" y="1558"/>
                    <a:pt x="147" y="1705"/>
                    <a:pt x="328" y="1705"/>
                  </a:cubicBezTo>
                  <a:cubicBezTo>
                    <a:pt x="507" y="1705"/>
                    <a:pt x="656" y="1558"/>
                    <a:pt x="656" y="1377"/>
                  </a:cubicBezTo>
                  <a:lnTo>
                    <a:pt x="656" y="328"/>
                  </a:lnTo>
                  <a:cubicBezTo>
                    <a:pt x="656" y="147"/>
                    <a:pt x="512" y="0"/>
                    <a:pt x="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5" name="Google Shape;1245;p41"/>
            <p:cNvSpPr/>
            <p:nvPr/>
          </p:nvSpPr>
          <p:spPr>
            <a:xfrm>
              <a:off x="4768009" y="2155634"/>
              <a:ext cx="15185" cy="39490"/>
            </a:xfrm>
            <a:custGeom>
              <a:avLst/>
              <a:gdLst/>
              <a:ahLst/>
              <a:cxnLst/>
              <a:rect l="l" t="t" r="r" b="b"/>
              <a:pathLst>
                <a:path w="656" h="1706" extrusionOk="0">
                  <a:moveTo>
                    <a:pt x="328" y="0"/>
                  </a:moveTo>
                  <a:cubicBezTo>
                    <a:pt x="150" y="0"/>
                    <a:pt x="0" y="147"/>
                    <a:pt x="0" y="328"/>
                  </a:cubicBezTo>
                  <a:lnTo>
                    <a:pt x="0" y="1377"/>
                  </a:lnTo>
                  <a:cubicBezTo>
                    <a:pt x="0" y="1558"/>
                    <a:pt x="150" y="1705"/>
                    <a:pt x="328" y="1705"/>
                  </a:cubicBezTo>
                  <a:cubicBezTo>
                    <a:pt x="509" y="1705"/>
                    <a:pt x="656" y="1558"/>
                    <a:pt x="656" y="1377"/>
                  </a:cubicBezTo>
                  <a:lnTo>
                    <a:pt x="656" y="328"/>
                  </a:lnTo>
                  <a:cubicBezTo>
                    <a:pt x="656" y="147"/>
                    <a:pt x="509" y="0"/>
                    <a:pt x="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6" name="Google Shape;1246;p41"/>
            <p:cNvSpPr/>
            <p:nvPr/>
          </p:nvSpPr>
          <p:spPr>
            <a:xfrm>
              <a:off x="4803147" y="2155634"/>
              <a:ext cx="15208" cy="39490"/>
            </a:xfrm>
            <a:custGeom>
              <a:avLst/>
              <a:gdLst/>
              <a:ahLst/>
              <a:cxnLst/>
              <a:rect l="l" t="t" r="r" b="b"/>
              <a:pathLst>
                <a:path w="657" h="1706" extrusionOk="0">
                  <a:moveTo>
                    <a:pt x="329" y="0"/>
                  </a:moveTo>
                  <a:cubicBezTo>
                    <a:pt x="150" y="0"/>
                    <a:pt x="1" y="147"/>
                    <a:pt x="1" y="328"/>
                  </a:cubicBezTo>
                  <a:lnTo>
                    <a:pt x="1" y="1377"/>
                  </a:lnTo>
                  <a:cubicBezTo>
                    <a:pt x="1" y="1558"/>
                    <a:pt x="150" y="1705"/>
                    <a:pt x="329" y="1705"/>
                  </a:cubicBezTo>
                  <a:cubicBezTo>
                    <a:pt x="510" y="1705"/>
                    <a:pt x="656" y="1558"/>
                    <a:pt x="656" y="1377"/>
                  </a:cubicBezTo>
                  <a:lnTo>
                    <a:pt x="656" y="328"/>
                  </a:lnTo>
                  <a:cubicBezTo>
                    <a:pt x="656" y="147"/>
                    <a:pt x="510" y="0"/>
                    <a:pt x="3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7" name="Google Shape;1247;p41"/>
            <p:cNvSpPr/>
            <p:nvPr/>
          </p:nvSpPr>
          <p:spPr>
            <a:xfrm>
              <a:off x="4662595" y="2160171"/>
              <a:ext cx="30393" cy="30393"/>
            </a:xfrm>
            <a:custGeom>
              <a:avLst/>
              <a:gdLst/>
              <a:ahLst/>
              <a:cxnLst/>
              <a:rect l="l" t="t" r="r" b="b"/>
              <a:pathLst>
                <a:path w="1313" h="1313" extrusionOk="0">
                  <a:moveTo>
                    <a:pt x="657" y="1"/>
                  </a:moveTo>
                  <a:cubicBezTo>
                    <a:pt x="295" y="1"/>
                    <a:pt x="1" y="295"/>
                    <a:pt x="1" y="657"/>
                  </a:cubicBezTo>
                  <a:cubicBezTo>
                    <a:pt x="1" y="1019"/>
                    <a:pt x="295" y="1312"/>
                    <a:pt x="657" y="1312"/>
                  </a:cubicBezTo>
                  <a:cubicBezTo>
                    <a:pt x="1019" y="1312"/>
                    <a:pt x="1312" y="1019"/>
                    <a:pt x="1312" y="657"/>
                  </a:cubicBezTo>
                  <a:cubicBezTo>
                    <a:pt x="1312" y="295"/>
                    <a:pt x="1019" y="1"/>
                    <a:pt x="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8" name="Google Shape;1248;p41"/>
            <p:cNvSpPr/>
            <p:nvPr/>
          </p:nvSpPr>
          <p:spPr>
            <a:xfrm>
              <a:off x="4601902" y="2160171"/>
              <a:ext cx="30370" cy="30393"/>
            </a:xfrm>
            <a:custGeom>
              <a:avLst/>
              <a:gdLst/>
              <a:ahLst/>
              <a:cxnLst/>
              <a:rect l="l" t="t" r="r" b="b"/>
              <a:pathLst>
                <a:path w="1312" h="1313" extrusionOk="0">
                  <a:moveTo>
                    <a:pt x="656" y="1"/>
                  </a:moveTo>
                  <a:cubicBezTo>
                    <a:pt x="294" y="1"/>
                    <a:pt x="0" y="295"/>
                    <a:pt x="0" y="657"/>
                  </a:cubicBezTo>
                  <a:cubicBezTo>
                    <a:pt x="0" y="1019"/>
                    <a:pt x="294" y="1312"/>
                    <a:pt x="656" y="1312"/>
                  </a:cubicBezTo>
                  <a:cubicBezTo>
                    <a:pt x="1018" y="1312"/>
                    <a:pt x="1311" y="1019"/>
                    <a:pt x="1311" y="657"/>
                  </a:cubicBezTo>
                  <a:cubicBezTo>
                    <a:pt x="1311" y="295"/>
                    <a:pt x="1018" y="1"/>
                    <a:pt x="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49" name="Google Shape;1249;p41"/>
            <p:cNvSpPr/>
            <p:nvPr/>
          </p:nvSpPr>
          <p:spPr>
            <a:xfrm>
              <a:off x="4549983" y="1852077"/>
              <a:ext cx="388577" cy="379457"/>
            </a:xfrm>
            <a:custGeom>
              <a:avLst/>
              <a:gdLst/>
              <a:ahLst/>
              <a:cxnLst/>
              <a:rect l="l" t="t" r="r" b="b"/>
              <a:pathLst>
                <a:path w="16787" h="16393" extrusionOk="0">
                  <a:moveTo>
                    <a:pt x="12852" y="656"/>
                  </a:moveTo>
                  <a:lnTo>
                    <a:pt x="12852" y="1970"/>
                  </a:lnTo>
                  <a:cubicBezTo>
                    <a:pt x="12656" y="1891"/>
                    <a:pt x="12464" y="1807"/>
                    <a:pt x="12270" y="1718"/>
                  </a:cubicBezTo>
                  <a:cubicBezTo>
                    <a:pt x="12226" y="1698"/>
                    <a:pt x="12178" y="1689"/>
                    <a:pt x="12130" y="1689"/>
                  </a:cubicBezTo>
                  <a:cubicBezTo>
                    <a:pt x="12083" y="1689"/>
                    <a:pt x="12037" y="1698"/>
                    <a:pt x="11995" y="1718"/>
                  </a:cubicBezTo>
                  <a:cubicBezTo>
                    <a:pt x="11864" y="1781"/>
                    <a:pt x="11730" y="1839"/>
                    <a:pt x="11593" y="1896"/>
                  </a:cubicBezTo>
                  <a:cubicBezTo>
                    <a:pt x="11591" y="1718"/>
                    <a:pt x="11447" y="1574"/>
                    <a:pt x="11266" y="1574"/>
                  </a:cubicBezTo>
                  <a:cubicBezTo>
                    <a:pt x="11087" y="1574"/>
                    <a:pt x="10938" y="1721"/>
                    <a:pt x="10938" y="1902"/>
                  </a:cubicBezTo>
                  <a:lnTo>
                    <a:pt x="10938" y="2151"/>
                  </a:lnTo>
                  <a:cubicBezTo>
                    <a:pt x="10654" y="2253"/>
                    <a:pt x="10366" y="2345"/>
                    <a:pt x="10077" y="2426"/>
                  </a:cubicBezTo>
                  <a:lnTo>
                    <a:pt x="10077" y="1902"/>
                  </a:lnTo>
                  <a:cubicBezTo>
                    <a:pt x="10077" y="1721"/>
                    <a:pt x="9928" y="1574"/>
                    <a:pt x="9750" y="1574"/>
                  </a:cubicBezTo>
                  <a:cubicBezTo>
                    <a:pt x="9569" y="1574"/>
                    <a:pt x="9422" y="1721"/>
                    <a:pt x="9422" y="1902"/>
                  </a:cubicBezTo>
                  <a:lnTo>
                    <a:pt x="9422" y="2597"/>
                  </a:lnTo>
                  <a:cubicBezTo>
                    <a:pt x="9136" y="2662"/>
                    <a:pt x="8847" y="2715"/>
                    <a:pt x="8559" y="2762"/>
                  </a:cubicBezTo>
                  <a:lnTo>
                    <a:pt x="8559" y="1902"/>
                  </a:lnTo>
                  <a:cubicBezTo>
                    <a:pt x="8559" y="1721"/>
                    <a:pt x="8412" y="1574"/>
                    <a:pt x="8231" y="1574"/>
                  </a:cubicBezTo>
                  <a:cubicBezTo>
                    <a:pt x="8050" y="1574"/>
                    <a:pt x="7903" y="1721"/>
                    <a:pt x="7903" y="1902"/>
                  </a:cubicBezTo>
                  <a:lnTo>
                    <a:pt x="7903" y="2846"/>
                  </a:lnTo>
                  <a:cubicBezTo>
                    <a:pt x="7861" y="2849"/>
                    <a:pt x="7817" y="2856"/>
                    <a:pt x="7775" y="2859"/>
                  </a:cubicBezTo>
                  <a:cubicBezTo>
                    <a:pt x="7607" y="2875"/>
                    <a:pt x="7476" y="3016"/>
                    <a:pt x="7476" y="3187"/>
                  </a:cubicBezTo>
                  <a:lnTo>
                    <a:pt x="7476" y="4199"/>
                  </a:lnTo>
                  <a:lnTo>
                    <a:pt x="656" y="4199"/>
                  </a:lnTo>
                  <a:lnTo>
                    <a:pt x="656" y="656"/>
                  </a:lnTo>
                  <a:close/>
                  <a:moveTo>
                    <a:pt x="7473" y="4852"/>
                  </a:moveTo>
                  <a:lnTo>
                    <a:pt x="7473" y="5770"/>
                  </a:lnTo>
                  <a:lnTo>
                    <a:pt x="2408" y="5770"/>
                  </a:lnTo>
                  <a:lnTo>
                    <a:pt x="2408" y="4852"/>
                  </a:lnTo>
                  <a:close/>
                  <a:moveTo>
                    <a:pt x="7499" y="6426"/>
                  </a:moveTo>
                  <a:cubicBezTo>
                    <a:pt x="7599" y="7633"/>
                    <a:pt x="8021" y="8781"/>
                    <a:pt x="8742" y="9770"/>
                  </a:cubicBezTo>
                  <a:lnTo>
                    <a:pt x="8889" y="9967"/>
                  </a:lnTo>
                  <a:lnTo>
                    <a:pt x="656" y="9967"/>
                  </a:lnTo>
                  <a:lnTo>
                    <a:pt x="656" y="6426"/>
                  </a:lnTo>
                  <a:close/>
                  <a:moveTo>
                    <a:pt x="12131" y="2374"/>
                  </a:moveTo>
                  <a:cubicBezTo>
                    <a:pt x="13398" y="2948"/>
                    <a:pt x="14741" y="3318"/>
                    <a:pt x="16131" y="3478"/>
                  </a:cubicBezTo>
                  <a:lnTo>
                    <a:pt x="16131" y="5883"/>
                  </a:lnTo>
                  <a:cubicBezTo>
                    <a:pt x="16131" y="8430"/>
                    <a:pt x="14528" y="10683"/>
                    <a:pt x="12131" y="11525"/>
                  </a:cubicBezTo>
                  <a:cubicBezTo>
                    <a:pt x="9736" y="10686"/>
                    <a:pt x="8131" y="8433"/>
                    <a:pt x="8131" y="5883"/>
                  </a:cubicBezTo>
                  <a:lnTo>
                    <a:pt x="8131" y="3478"/>
                  </a:lnTo>
                  <a:cubicBezTo>
                    <a:pt x="9521" y="3318"/>
                    <a:pt x="10867" y="2948"/>
                    <a:pt x="12131" y="2374"/>
                  </a:cubicBezTo>
                  <a:close/>
                  <a:moveTo>
                    <a:pt x="9474" y="10623"/>
                  </a:moveTo>
                  <a:cubicBezTo>
                    <a:pt x="9831" y="10974"/>
                    <a:pt x="10224" y="11281"/>
                    <a:pt x="10647" y="11541"/>
                  </a:cubicBezTo>
                  <a:lnTo>
                    <a:pt x="2408" y="11541"/>
                  </a:lnTo>
                  <a:lnTo>
                    <a:pt x="2408" y="10623"/>
                  </a:lnTo>
                  <a:close/>
                  <a:moveTo>
                    <a:pt x="12852" y="12196"/>
                  </a:moveTo>
                  <a:lnTo>
                    <a:pt x="12852" y="15737"/>
                  </a:lnTo>
                  <a:lnTo>
                    <a:pt x="656" y="15737"/>
                  </a:lnTo>
                  <a:lnTo>
                    <a:pt x="656" y="12196"/>
                  </a:lnTo>
                  <a:close/>
                  <a:moveTo>
                    <a:pt x="328" y="0"/>
                  </a:moveTo>
                  <a:cubicBezTo>
                    <a:pt x="150" y="0"/>
                    <a:pt x="0" y="147"/>
                    <a:pt x="0" y="328"/>
                  </a:cubicBezTo>
                  <a:lnTo>
                    <a:pt x="0" y="4524"/>
                  </a:lnTo>
                  <a:cubicBezTo>
                    <a:pt x="0" y="4705"/>
                    <a:pt x="150" y="4852"/>
                    <a:pt x="328" y="4852"/>
                  </a:cubicBezTo>
                  <a:lnTo>
                    <a:pt x="1755" y="4852"/>
                  </a:lnTo>
                  <a:lnTo>
                    <a:pt x="1755" y="5770"/>
                  </a:lnTo>
                  <a:lnTo>
                    <a:pt x="328" y="5770"/>
                  </a:lnTo>
                  <a:cubicBezTo>
                    <a:pt x="150" y="5770"/>
                    <a:pt x="0" y="5917"/>
                    <a:pt x="0" y="6098"/>
                  </a:cubicBezTo>
                  <a:lnTo>
                    <a:pt x="0" y="10295"/>
                  </a:lnTo>
                  <a:cubicBezTo>
                    <a:pt x="0" y="10476"/>
                    <a:pt x="150" y="10623"/>
                    <a:pt x="328" y="10623"/>
                  </a:cubicBezTo>
                  <a:lnTo>
                    <a:pt x="1755" y="10623"/>
                  </a:lnTo>
                  <a:lnTo>
                    <a:pt x="1755" y="11541"/>
                  </a:lnTo>
                  <a:lnTo>
                    <a:pt x="328" y="11541"/>
                  </a:lnTo>
                  <a:cubicBezTo>
                    <a:pt x="150" y="11541"/>
                    <a:pt x="0" y="11687"/>
                    <a:pt x="0" y="11868"/>
                  </a:cubicBezTo>
                  <a:lnTo>
                    <a:pt x="0" y="16065"/>
                  </a:lnTo>
                  <a:cubicBezTo>
                    <a:pt x="0" y="16246"/>
                    <a:pt x="150" y="16393"/>
                    <a:pt x="328" y="16393"/>
                  </a:cubicBezTo>
                  <a:lnTo>
                    <a:pt x="13180" y="16393"/>
                  </a:lnTo>
                  <a:cubicBezTo>
                    <a:pt x="13361" y="16393"/>
                    <a:pt x="13508" y="16246"/>
                    <a:pt x="13508" y="16065"/>
                  </a:cubicBezTo>
                  <a:lnTo>
                    <a:pt x="13508" y="11868"/>
                  </a:lnTo>
                  <a:cubicBezTo>
                    <a:pt x="13508" y="11787"/>
                    <a:pt x="13477" y="11711"/>
                    <a:pt x="13427" y="11653"/>
                  </a:cubicBezTo>
                  <a:cubicBezTo>
                    <a:pt x="14248" y="11186"/>
                    <a:pt x="14959" y="10552"/>
                    <a:pt x="15522" y="9770"/>
                  </a:cubicBezTo>
                  <a:cubicBezTo>
                    <a:pt x="16349" y="8629"/>
                    <a:pt x="16787" y="7286"/>
                    <a:pt x="16787" y="5878"/>
                  </a:cubicBezTo>
                  <a:lnTo>
                    <a:pt x="16787" y="3182"/>
                  </a:lnTo>
                  <a:cubicBezTo>
                    <a:pt x="16787" y="3016"/>
                    <a:pt x="16655" y="2875"/>
                    <a:pt x="16490" y="2859"/>
                  </a:cubicBezTo>
                  <a:cubicBezTo>
                    <a:pt x="15467" y="2765"/>
                    <a:pt x="14465" y="2547"/>
                    <a:pt x="13508" y="2219"/>
                  </a:cubicBezTo>
                  <a:lnTo>
                    <a:pt x="13508" y="328"/>
                  </a:lnTo>
                  <a:cubicBezTo>
                    <a:pt x="13508" y="147"/>
                    <a:pt x="13361" y="0"/>
                    <a:pt x="13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50" name="Google Shape;1250;p41"/>
            <p:cNvSpPr/>
            <p:nvPr/>
          </p:nvSpPr>
          <p:spPr>
            <a:xfrm>
              <a:off x="4756412" y="1927608"/>
              <a:ext cx="148769" cy="171037"/>
            </a:xfrm>
            <a:custGeom>
              <a:avLst/>
              <a:gdLst/>
              <a:ahLst/>
              <a:cxnLst/>
              <a:rect l="l" t="t" r="r" b="b"/>
              <a:pathLst>
                <a:path w="6427" h="7389" extrusionOk="0">
                  <a:moveTo>
                    <a:pt x="3213" y="682"/>
                  </a:moveTo>
                  <a:cubicBezTo>
                    <a:pt x="4037" y="1012"/>
                    <a:pt x="4894" y="1269"/>
                    <a:pt x="5770" y="1448"/>
                  </a:cubicBezTo>
                  <a:lnTo>
                    <a:pt x="5770" y="2623"/>
                  </a:lnTo>
                  <a:cubicBezTo>
                    <a:pt x="5770" y="4364"/>
                    <a:pt x="4771" y="5951"/>
                    <a:pt x="3213" y="6704"/>
                  </a:cubicBezTo>
                  <a:cubicBezTo>
                    <a:pt x="1658" y="5951"/>
                    <a:pt x="656" y="4364"/>
                    <a:pt x="656" y="2623"/>
                  </a:cubicBezTo>
                  <a:lnTo>
                    <a:pt x="656" y="1448"/>
                  </a:lnTo>
                  <a:cubicBezTo>
                    <a:pt x="1532" y="1272"/>
                    <a:pt x="2387" y="1012"/>
                    <a:pt x="3213" y="682"/>
                  </a:cubicBezTo>
                  <a:close/>
                  <a:moveTo>
                    <a:pt x="3212" y="1"/>
                  </a:moveTo>
                  <a:cubicBezTo>
                    <a:pt x="3170" y="1"/>
                    <a:pt x="3129" y="9"/>
                    <a:pt x="3090" y="26"/>
                  </a:cubicBezTo>
                  <a:cubicBezTo>
                    <a:pt x="2185" y="399"/>
                    <a:pt x="1238" y="679"/>
                    <a:pt x="270" y="855"/>
                  </a:cubicBezTo>
                  <a:cubicBezTo>
                    <a:pt x="116" y="884"/>
                    <a:pt x="0" y="1020"/>
                    <a:pt x="0" y="1178"/>
                  </a:cubicBezTo>
                  <a:lnTo>
                    <a:pt x="0" y="2620"/>
                  </a:lnTo>
                  <a:cubicBezTo>
                    <a:pt x="0" y="4669"/>
                    <a:pt x="1212" y="6531"/>
                    <a:pt x="3079" y="7360"/>
                  </a:cubicBezTo>
                  <a:cubicBezTo>
                    <a:pt x="3121" y="7378"/>
                    <a:pt x="3169" y="7388"/>
                    <a:pt x="3213" y="7388"/>
                  </a:cubicBezTo>
                  <a:cubicBezTo>
                    <a:pt x="3260" y="7388"/>
                    <a:pt x="3305" y="7381"/>
                    <a:pt x="3349" y="7360"/>
                  </a:cubicBezTo>
                  <a:cubicBezTo>
                    <a:pt x="5220" y="6531"/>
                    <a:pt x="6426" y="4669"/>
                    <a:pt x="6426" y="2620"/>
                  </a:cubicBezTo>
                  <a:lnTo>
                    <a:pt x="6426" y="1178"/>
                  </a:lnTo>
                  <a:cubicBezTo>
                    <a:pt x="6426" y="1020"/>
                    <a:pt x="6316" y="881"/>
                    <a:pt x="6159" y="855"/>
                  </a:cubicBezTo>
                  <a:cubicBezTo>
                    <a:pt x="5191" y="677"/>
                    <a:pt x="4244" y="396"/>
                    <a:pt x="3339" y="26"/>
                  </a:cubicBezTo>
                  <a:cubicBezTo>
                    <a:pt x="3297" y="9"/>
                    <a:pt x="3254" y="1"/>
                    <a:pt x="3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  <p:sp>
          <p:nvSpPr>
            <p:cNvPr id="1251" name="Google Shape;1251;p41"/>
            <p:cNvSpPr/>
            <p:nvPr/>
          </p:nvSpPr>
          <p:spPr>
            <a:xfrm>
              <a:off x="4795323" y="1978717"/>
              <a:ext cx="70924" cy="61040"/>
            </a:xfrm>
            <a:custGeom>
              <a:avLst/>
              <a:gdLst/>
              <a:ahLst/>
              <a:cxnLst/>
              <a:rect l="l" t="t" r="r" b="b"/>
              <a:pathLst>
                <a:path w="3064" h="2637" extrusionOk="0">
                  <a:moveTo>
                    <a:pt x="2227" y="0"/>
                  </a:moveTo>
                  <a:lnTo>
                    <a:pt x="1265" y="966"/>
                  </a:lnTo>
                  <a:lnTo>
                    <a:pt x="837" y="538"/>
                  </a:lnTo>
                  <a:lnTo>
                    <a:pt x="0" y="1375"/>
                  </a:lnTo>
                  <a:lnTo>
                    <a:pt x="1265" y="2636"/>
                  </a:lnTo>
                  <a:lnTo>
                    <a:pt x="3064" y="837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ichroma"/>
                <a:ea typeface="Meiryo" panose="020B0604030504040204" pitchFamily="34" charset="-128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333" dirty="0">
                <a:ea typeface="Meiryo" panose="020B0604030504040204" pitchFamily="34" charset="-128"/>
              </a:rPr>
              <a:t>Endpoint Detection &amp; Response</a:t>
            </a:r>
            <a:endParaRPr sz="3333" dirty="0">
              <a:ea typeface="Meiryo" panose="020B0604030504040204" pitchFamily="34" charset="-128"/>
            </a:endParaRPr>
          </a:p>
        </p:txBody>
      </p:sp>
      <p:sp>
        <p:nvSpPr>
          <p:cNvPr id="1328" name="Google Shape;1328;p45"/>
          <p:cNvSpPr txBox="1">
            <a:spLocks noGrp="1"/>
          </p:cNvSpPr>
          <p:nvPr>
            <p:ph type="body" idx="1"/>
          </p:nvPr>
        </p:nvSpPr>
        <p:spPr>
          <a:xfrm>
            <a:off x="960000" y="1857733"/>
            <a:ext cx="5140400" cy="428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chemeClr val="dk2"/>
                </a:solidFill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Tool</a:t>
            </a:r>
            <a:endParaRPr dirty="0">
              <a:solidFill>
                <a:schemeClr val="dk2"/>
              </a:solidFill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  <a:p>
            <a:pPr marL="0" indent="0">
              <a:buNone/>
            </a:pPr>
            <a:r>
              <a:rPr lang="en" dirty="0"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Wazuh</a:t>
            </a:r>
            <a:endParaRPr dirty="0"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  <a:p>
            <a:pPr marL="0" indent="0">
              <a:buNone/>
            </a:pPr>
            <a:endParaRPr dirty="0">
              <a:solidFill>
                <a:schemeClr val="dk2"/>
              </a:solidFill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  <a:p>
            <a:pPr marL="0" indent="0">
              <a:buNone/>
            </a:pPr>
            <a:r>
              <a:rPr lang="en" dirty="0">
                <a:solidFill>
                  <a:schemeClr val="dk2"/>
                </a:solidFill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Description</a:t>
            </a:r>
            <a:endParaRPr dirty="0">
              <a:solidFill>
                <a:schemeClr val="dk2"/>
              </a:solidFill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  <a:p>
            <a:pPr marL="0" indent="0">
              <a:buNone/>
            </a:pPr>
            <a:r>
              <a:rPr lang="en" dirty="0">
                <a:latin typeface="Michroma"/>
                <a:ea typeface="Meiryo" panose="020B0604030504040204" pitchFamily="34" charset="-128"/>
              </a:rPr>
              <a:t>Software that provides comprehensive security monitoring on all our computer systems. Allows us to analyze logs in a centralized location and detect anomalous behavior &amp; intrusions.</a:t>
            </a:r>
            <a:endParaRPr dirty="0"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  <a:p>
            <a:pPr marL="0" indent="0">
              <a:buNone/>
            </a:pPr>
            <a:endParaRPr dirty="0"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  <a:p>
            <a:pPr marL="0" indent="0">
              <a:buNone/>
            </a:pPr>
            <a:endParaRPr dirty="0">
              <a:latin typeface="Michroma"/>
              <a:ea typeface="Meiryo" panose="020B0604030504040204" pitchFamily="34" charset="-128"/>
              <a:cs typeface="Michroma"/>
              <a:sym typeface="Michroma"/>
            </a:endParaRPr>
          </a:p>
          <a:p>
            <a:pPr marL="0" indent="0">
              <a:buNone/>
            </a:pPr>
            <a:r>
              <a:rPr lang="en" dirty="0">
                <a:solidFill>
                  <a:schemeClr val="dk2"/>
                </a:solidFill>
                <a:latin typeface="Michroma"/>
                <a:ea typeface="Meiryo" panose="020B0604030504040204" pitchFamily="34" charset="-128"/>
                <a:cs typeface="Michroma"/>
                <a:sym typeface="Michroma"/>
              </a:rPr>
              <a:t>Timeline &amp; Funding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" dirty="0">
                <a:latin typeface="Michroma"/>
                <a:ea typeface="Meiryo" panose="020B0604030504040204" pitchFamily="34" charset="-128"/>
              </a:rPr>
              <a:t>Costs: Free</a:t>
            </a:r>
            <a:endParaRPr dirty="0">
              <a:latin typeface="Michroma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" dirty="0">
                <a:latin typeface="Michroma"/>
                <a:ea typeface="Meiryo" panose="020B0604030504040204" pitchFamily="34" charset="-128"/>
              </a:rPr>
              <a:t>Implementation: &lt;5 days</a:t>
            </a:r>
            <a:endParaRPr dirty="0">
              <a:latin typeface="Michroma"/>
              <a:ea typeface="Meiryo" panose="020B0604030504040204" pitchFamily="34" charset="-128"/>
            </a:endParaRPr>
          </a:p>
        </p:txBody>
      </p:sp>
      <p:pic>
        <p:nvPicPr>
          <p:cNvPr id="1329" name="Google Shape;13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1267" y="1769933"/>
            <a:ext cx="4055200" cy="405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330" name="Google Shape;1330;p45"/>
          <p:cNvPicPr preferRelativeResize="0"/>
          <p:nvPr/>
        </p:nvPicPr>
        <p:blipFill rotWithShape="1">
          <a:blip r:embed="rId4">
            <a:alphaModFix/>
          </a:blip>
          <a:srcRect l="12864" t="15991" r="20792" b="15991"/>
          <a:stretch/>
        </p:blipFill>
        <p:spPr>
          <a:xfrm>
            <a:off x="7615667" y="2474300"/>
            <a:ext cx="2646400" cy="2566800"/>
          </a:xfrm>
          <a:prstGeom prst="roundRect">
            <a:avLst>
              <a:gd name="adj" fmla="val 20417"/>
            </a:avLst>
          </a:prstGeom>
          <a:noFill/>
          <a:ln>
            <a:noFill/>
          </a:ln>
        </p:spPr>
      </p:pic>
      <p:sp>
        <p:nvSpPr>
          <p:cNvPr id="1332" name="Google Shape;1332;p45"/>
          <p:cNvSpPr txBox="1"/>
          <p:nvPr/>
        </p:nvSpPr>
        <p:spPr>
          <a:xfrm>
            <a:off x="1030400" y="1100167"/>
            <a:ext cx="111912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Michroma"/>
                <a:ea typeface="Meiryo" panose="020B0604030504040204" pitchFamily="34" charset="-128"/>
                <a:cs typeface="Open Sans"/>
                <a:sym typeface="Open Sans"/>
              </a:rPr>
              <a:t>(NIST CSF DE.CM)</a:t>
            </a:r>
            <a:endParaRPr sz="1467" dirty="0">
              <a:solidFill>
                <a:schemeClr val="dk1"/>
              </a:solidFill>
              <a:latin typeface="Michroma"/>
              <a:ea typeface="Meiryo" panose="020B0604030504040204" pitchFamily="34" charset="-128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ity and Surveillance by Slidesgo">
  <a:themeElements>
    <a:clrScheme name="Simple Light">
      <a:dk1>
        <a:srgbClr val="F2F0E4"/>
      </a:dk1>
      <a:lt1>
        <a:srgbClr val="1D2431"/>
      </a:lt1>
      <a:dk2>
        <a:srgbClr val="E69138"/>
      </a:dk2>
      <a:lt2>
        <a:srgbClr val="99999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2F0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445</Words>
  <Application>Microsoft Office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Michroma</vt:lpstr>
      <vt:lpstr>Arial</vt:lpstr>
      <vt:lpstr>Meiryo</vt:lpstr>
      <vt:lpstr>Security and Surveillance by Slidesgo</vt:lpstr>
      <vt:lpstr>Security Analysis Briefing</vt:lpstr>
      <vt:lpstr>PowerPoint Presentation</vt:lpstr>
      <vt:lpstr>Security Incident Risks</vt:lpstr>
      <vt:lpstr>PowerPoint Presentation</vt:lpstr>
      <vt:lpstr>PowerPoint Presentation</vt:lpstr>
      <vt:lpstr>Core Security Vulnerabilities</vt:lpstr>
      <vt:lpstr>Suspicious Accounts</vt:lpstr>
      <vt:lpstr>High Priority Recommendations</vt:lpstr>
      <vt:lpstr>Risk-Reduction Strategies</vt:lpstr>
      <vt:lpstr>Endpoint Detection &amp; Response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Cosmic Horizon's Cybersecurity Posture</dc:title>
  <dc:subject>Securing Cosmic Horizon's Cybersecurity Posture</dc:subject>
  <dc:creator>s.watanabe@ufl.edu</dc:creator>
  <cp:lastModifiedBy>Watanabe, Sasha</cp:lastModifiedBy>
  <cp:revision>8</cp:revision>
  <dcterms:created xsi:type="dcterms:W3CDTF">2025-02-19T00:31:33Z</dcterms:created>
  <dcterms:modified xsi:type="dcterms:W3CDTF">2025-02-20T00:53:02Z</dcterms:modified>
</cp:coreProperties>
</file>